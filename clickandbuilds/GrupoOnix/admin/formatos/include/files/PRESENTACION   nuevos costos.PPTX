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61" r:id="rId4"/>
    <p:sldId id="273" r:id="rId5"/>
    <p:sldId id="267" r:id="rId6"/>
    <p:sldId id="268" r:id="rId7"/>
    <p:sldId id="265" r:id="rId8"/>
    <p:sldId id="269" r:id="rId9"/>
    <p:sldId id="270" r:id="rId10"/>
    <p:sldId id="266" r:id="rId11"/>
    <p:sldId id="275" r:id="rId12"/>
    <p:sldId id="274" r:id="rId13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14"/>
    <p:restoredTop sz="94655"/>
  </p:normalViewPr>
  <p:slideViewPr>
    <p:cSldViewPr snapToGrid="0" snapToObjects="1">
      <p:cViewPr varScale="1">
        <p:scale>
          <a:sx n="73" d="100"/>
          <a:sy n="73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937B03-D3AF-4839-8CA2-9F5346BA6AC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3274E3A-6ECB-408E-81A5-188DF09F1570}">
      <dgm:prSet phldrT="[Texto]" custT="1"/>
      <dgm:spPr/>
      <dgm:t>
        <a:bodyPr/>
        <a:lstStyle/>
        <a:p>
          <a:pPr algn="ctr"/>
          <a:r>
            <a:rPr lang="es-MX" sz="2400" b="1" dirty="0">
              <a:solidFill>
                <a:schemeClr val="accent1">
                  <a:lumMod val="75000"/>
                </a:schemeClr>
              </a:solidFill>
            </a:rPr>
            <a:t>Unidad de </a:t>
          </a:r>
        </a:p>
        <a:p>
          <a:pPr algn="ctr"/>
          <a:r>
            <a:rPr lang="es-MX" sz="2400" b="1" dirty="0">
              <a:solidFill>
                <a:schemeClr val="accent1">
                  <a:lumMod val="75000"/>
                </a:schemeClr>
              </a:solidFill>
            </a:rPr>
            <a:t>Primer Contacto</a:t>
          </a:r>
        </a:p>
        <a:p>
          <a:pPr algn="ctr"/>
          <a:r>
            <a:rPr lang="es-MX" sz="2400" b="1" dirty="0">
              <a:solidFill>
                <a:schemeClr val="accent1">
                  <a:lumMod val="75000"/>
                </a:schemeClr>
              </a:solidFill>
            </a:rPr>
            <a:t>Sin Costo</a:t>
          </a:r>
        </a:p>
        <a:p>
          <a:pPr algn="ctr"/>
          <a:endParaRPr lang="es-MX" sz="2400" b="1" dirty="0">
            <a:solidFill>
              <a:schemeClr val="accent1">
                <a:lumMod val="75000"/>
              </a:schemeClr>
            </a:solidFill>
          </a:endParaRPr>
        </a:p>
      </dgm:t>
    </dgm:pt>
    <dgm:pt modelId="{97A83D18-6A30-4CDC-AEDC-CC655EB5B78D}" type="parTrans" cxnId="{91D28813-54FF-4958-B560-40C7D1344B9C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C4E0EAD5-DF3F-4BCA-A2A7-00AB4E008D28}" type="sibTrans" cxnId="{91D28813-54FF-4958-B560-40C7D1344B9C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B4810697-6681-418D-8218-899885A301B7}">
      <dgm:prSet phldrT="[Texto]" custT="1"/>
      <dgm:spPr/>
      <dgm:t>
        <a:bodyPr/>
        <a:lstStyle/>
        <a:p>
          <a:r>
            <a:rPr lang="es-MX" sz="1600" dirty="0">
              <a:solidFill>
                <a:srgbClr val="000000"/>
              </a:solidFill>
            </a:rPr>
            <a:t>MEDICO</a:t>
          </a:r>
          <a:r>
            <a:rPr lang="es-MX" sz="1600" baseline="0" dirty="0">
              <a:solidFill>
                <a:srgbClr val="000000"/>
              </a:solidFill>
            </a:rPr>
            <a:t> GENERAL</a:t>
          </a:r>
          <a:endParaRPr lang="es-MX" sz="1600" dirty="0">
            <a:solidFill>
              <a:srgbClr val="000000"/>
            </a:solidFill>
          </a:endParaRPr>
        </a:p>
      </dgm:t>
    </dgm:pt>
    <dgm:pt modelId="{E082A88E-5881-419E-9A15-1D6DAF8439D4}" type="parTrans" cxnId="{C230D40F-01E8-4E51-880D-EBB639A4BA64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CACF06A6-C7D5-4D0E-BC3E-7C5C7B2FFD5A}" type="sibTrans" cxnId="{C230D40F-01E8-4E51-880D-EBB639A4BA64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D2B579A5-4F76-412D-8302-779C52274B6E}">
      <dgm:prSet phldrT="[Texto]" custT="1"/>
      <dgm:spPr/>
      <dgm:t>
        <a:bodyPr/>
        <a:lstStyle/>
        <a:p>
          <a:r>
            <a:rPr lang="es-MX" sz="1600" dirty="0">
              <a:solidFill>
                <a:srgbClr val="000000"/>
              </a:solidFill>
            </a:rPr>
            <a:t>PEDIATRIA</a:t>
          </a:r>
        </a:p>
      </dgm:t>
    </dgm:pt>
    <dgm:pt modelId="{0E65BD08-1E4D-49E5-9F6B-AE92E27EC2C6}" type="parTrans" cxnId="{63179AE8-0E7D-4427-8BFE-AA2CF2AA9C07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1B620338-8020-41C6-9670-7AD72B6C2FA5}" type="sibTrans" cxnId="{63179AE8-0E7D-4427-8BFE-AA2CF2AA9C07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72C7F0FC-08AE-4201-A8B1-0FE4D71C9C0C}">
      <dgm:prSet phldrT="[Texto]" custT="1"/>
      <dgm:spPr/>
      <dgm:t>
        <a:bodyPr/>
        <a:lstStyle/>
        <a:p>
          <a:r>
            <a:rPr lang="es-MX" sz="1600" dirty="0">
              <a:solidFill>
                <a:srgbClr val="000000"/>
              </a:solidFill>
            </a:rPr>
            <a:t>GINECOLOGIA *</a:t>
          </a:r>
        </a:p>
      </dgm:t>
    </dgm:pt>
    <dgm:pt modelId="{7D8E79DC-F8C8-41E0-9B9C-E7B3E115E818}" type="parTrans" cxnId="{9A1F309A-B2AE-4AF9-9B6E-F29DE6833958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3439CC82-EB6B-41A5-8ED3-8F59E88EB41E}" type="sibTrans" cxnId="{9A1F309A-B2AE-4AF9-9B6E-F29DE6833958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03F30307-98E4-4911-970F-2A8B9EAAD9C7}">
      <dgm:prSet phldrT="[Texto]" custT="1"/>
      <dgm:spPr/>
      <dgm:t>
        <a:bodyPr/>
        <a:lstStyle/>
        <a:p>
          <a:r>
            <a:rPr lang="es-MX" sz="1600" dirty="0">
              <a:solidFill>
                <a:srgbClr val="000000"/>
              </a:solidFill>
            </a:rPr>
            <a:t>MEDICO INTERNISTA</a:t>
          </a:r>
        </a:p>
      </dgm:t>
    </dgm:pt>
    <dgm:pt modelId="{78773920-B374-4726-830F-47064F52F949}" type="parTrans" cxnId="{06E3A103-8899-47BD-A688-70447B308F6D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794C5D3C-C2F4-434C-8430-D47512E67631}" type="sibTrans" cxnId="{06E3A103-8899-47BD-A688-70447B308F6D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066B277D-62E6-461B-9219-3617138BB2C0}">
      <dgm:prSet phldrT="[Texto]" custT="1"/>
      <dgm:spPr/>
      <dgm:t>
        <a:bodyPr/>
        <a:lstStyle/>
        <a:p>
          <a:r>
            <a:rPr lang="es-MX" sz="1600" dirty="0">
              <a:solidFill>
                <a:srgbClr val="000000"/>
              </a:solidFill>
            </a:rPr>
            <a:t>NUTRICION</a:t>
          </a:r>
        </a:p>
      </dgm:t>
    </dgm:pt>
    <dgm:pt modelId="{5D86F950-1D07-4AA4-9CC4-0EDD1F159ED3}" type="parTrans" cxnId="{5183EB2B-47D3-4E21-8A65-F70A46D788D6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8AD0EB93-B5F5-4C43-88EA-773CCBF771CE}" type="sibTrans" cxnId="{5183EB2B-47D3-4E21-8A65-F70A46D788D6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CFCA4BBE-64BB-426C-9BED-09D71714D194}">
      <dgm:prSet phldrT="[Texto]" custT="1"/>
      <dgm:spPr/>
      <dgm:t>
        <a:bodyPr/>
        <a:lstStyle/>
        <a:p>
          <a:r>
            <a:rPr lang="es-MX" sz="1600" dirty="0">
              <a:solidFill>
                <a:srgbClr val="000000"/>
              </a:solidFill>
            </a:rPr>
            <a:t>DENTAL**			  (Diag., 1 Profilaxis y 2Rx. Sin costo)</a:t>
          </a:r>
        </a:p>
      </dgm:t>
    </dgm:pt>
    <dgm:pt modelId="{ADEA94FF-823A-4F6D-9099-A80162E51D35}" type="parTrans" cxnId="{6BBF7ADC-58EA-4886-B7B7-C9D6854F3E25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3E15AAB5-8202-41AD-8818-CAA6ECB22788}" type="sibTrans" cxnId="{6BBF7ADC-58EA-4886-B7B7-C9D6854F3E25}">
      <dgm:prSet/>
      <dgm:spPr/>
      <dgm:t>
        <a:bodyPr/>
        <a:lstStyle/>
        <a:p>
          <a:endParaRPr lang="es-MX" sz="1600">
            <a:solidFill>
              <a:srgbClr val="000000"/>
            </a:solidFill>
          </a:endParaRPr>
        </a:p>
      </dgm:t>
    </dgm:pt>
    <dgm:pt modelId="{6E186C49-6630-46C6-B7B2-FD9D11E23C7E}" type="pres">
      <dgm:prSet presAssocID="{71937B03-D3AF-4839-8CA2-9F5346BA6ACC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0ADEF0E6-A2F2-469B-92E6-497EB53D47D1}" type="pres">
      <dgm:prSet presAssocID="{63274E3A-6ECB-408E-81A5-188DF09F1570}" presName="thickLine" presStyleLbl="alignNode1" presStyleIdx="0" presStyleCnt="1"/>
      <dgm:spPr/>
    </dgm:pt>
    <dgm:pt modelId="{5008E419-6CD2-4089-9F1B-21E5A745D1B6}" type="pres">
      <dgm:prSet presAssocID="{63274E3A-6ECB-408E-81A5-188DF09F1570}" presName="horz1" presStyleCnt="0"/>
      <dgm:spPr/>
    </dgm:pt>
    <dgm:pt modelId="{592CFF4E-1D1D-4D53-8091-6882516CB86D}" type="pres">
      <dgm:prSet presAssocID="{63274E3A-6ECB-408E-81A5-188DF09F1570}" presName="tx1" presStyleLbl="revTx" presStyleIdx="0" presStyleCnt="7" custScaleX="295240"/>
      <dgm:spPr/>
      <dgm:t>
        <a:bodyPr/>
        <a:lstStyle/>
        <a:p>
          <a:endParaRPr lang="es-ES"/>
        </a:p>
      </dgm:t>
    </dgm:pt>
    <dgm:pt modelId="{359B887D-B2A4-43F0-BB75-101012921D61}" type="pres">
      <dgm:prSet presAssocID="{63274E3A-6ECB-408E-81A5-188DF09F1570}" presName="vert1" presStyleCnt="0"/>
      <dgm:spPr/>
    </dgm:pt>
    <dgm:pt modelId="{56088D2C-9487-45D6-B723-76C7DE1E2D1E}" type="pres">
      <dgm:prSet presAssocID="{B4810697-6681-418D-8218-899885A301B7}" presName="vertSpace2a" presStyleCnt="0"/>
      <dgm:spPr/>
    </dgm:pt>
    <dgm:pt modelId="{60744F14-93C7-481F-93C7-8FF5B5C6FEB3}" type="pres">
      <dgm:prSet presAssocID="{B4810697-6681-418D-8218-899885A301B7}" presName="horz2" presStyleCnt="0"/>
      <dgm:spPr/>
    </dgm:pt>
    <dgm:pt modelId="{D99DC25A-376A-40F3-97FF-EA45E131E6C6}" type="pres">
      <dgm:prSet presAssocID="{B4810697-6681-418D-8218-899885A301B7}" presName="horzSpace2" presStyleCnt="0"/>
      <dgm:spPr/>
    </dgm:pt>
    <dgm:pt modelId="{D0B2ECA7-72D5-4CB8-A6A4-D2411EE13AC7}" type="pres">
      <dgm:prSet presAssocID="{B4810697-6681-418D-8218-899885A301B7}" presName="tx2" presStyleLbl="revTx" presStyleIdx="1" presStyleCnt="7"/>
      <dgm:spPr/>
      <dgm:t>
        <a:bodyPr/>
        <a:lstStyle/>
        <a:p>
          <a:endParaRPr lang="es-ES"/>
        </a:p>
      </dgm:t>
    </dgm:pt>
    <dgm:pt modelId="{2B2596A3-943B-4F4F-A872-1CD7AA935BD3}" type="pres">
      <dgm:prSet presAssocID="{B4810697-6681-418D-8218-899885A301B7}" presName="vert2" presStyleCnt="0"/>
      <dgm:spPr/>
    </dgm:pt>
    <dgm:pt modelId="{4BC1D05D-E873-475B-8F92-C53C30012ABA}" type="pres">
      <dgm:prSet presAssocID="{B4810697-6681-418D-8218-899885A301B7}" presName="thinLine2b" presStyleLbl="callout" presStyleIdx="0" presStyleCnt="6"/>
      <dgm:spPr/>
    </dgm:pt>
    <dgm:pt modelId="{E425DCFC-BB45-4C7F-BB7D-9A11B0BB9C6E}" type="pres">
      <dgm:prSet presAssocID="{B4810697-6681-418D-8218-899885A301B7}" presName="vertSpace2b" presStyleCnt="0"/>
      <dgm:spPr/>
    </dgm:pt>
    <dgm:pt modelId="{270E2E30-AE95-4D72-824A-AE1C146712A0}" type="pres">
      <dgm:prSet presAssocID="{03F30307-98E4-4911-970F-2A8B9EAAD9C7}" presName="horz2" presStyleCnt="0"/>
      <dgm:spPr/>
    </dgm:pt>
    <dgm:pt modelId="{0FCC953F-18B0-4E96-A9EE-034214154CB8}" type="pres">
      <dgm:prSet presAssocID="{03F30307-98E4-4911-970F-2A8B9EAAD9C7}" presName="horzSpace2" presStyleCnt="0"/>
      <dgm:spPr/>
    </dgm:pt>
    <dgm:pt modelId="{C84D81AC-84A8-4C1E-8133-065D2A9F0DD8}" type="pres">
      <dgm:prSet presAssocID="{03F30307-98E4-4911-970F-2A8B9EAAD9C7}" presName="tx2" presStyleLbl="revTx" presStyleIdx="2" presStyleCnt="7"/>
      <dgm:spPr/>
      <dgm:t>
        <a:bodyPr/>
        <a:lstStyle/>
        <a:p>
          <a:endParaRPr lang="es-ES"/>
        </a:p>
      </dgm:t>
    </dgm:pt>
    <dgm:pt modelId="{82AFDBE3-ECFF-4BD2-A23F-24624419062D}" type="pres">
      <dgm:prSet presAssocID="{03F30307-98E4-4911-970F-2A8B9EAAD9C7}" presName="vert2" presStyleCnt="0"/>
      <dgm:spPr/>
    </dgm:pt>
    <dgm:pt modelId="{E2410241-2740-4252-B543-FDBA760A6F4D}" type="pres">
      <dgm:prSet presAssocID="{03F30307-98E4-4911-970F-2A8B9EAAD9C7}" presName="thinLine2b" presStyleLbl="callout" presStyleIdx="1" presStyleCnt="6"/>
      <dgm:spPr/>
    </dgm:pt>
    <dgm:pt modelId="{B7641463-7DE4-41D0-B572-ABC6197395B1}" type="pres">
      <dgm:prSet presAssocID="{03F30307-98E4-4911-970F-2A8B9EAAD9C7}" presName="vertSpace2b" presStyleCnt="0"/>
      <dgm:spPr/>
    </dgm:pt>
    <dgm:pt modelId="{35729ADC-CF7C-4FFB-826D-0B23BDAF1072}" type="pres">
      <dgm:prSet presAssocID="{D2B579A5-4F76-412D-8302-779C52274B6E}" presName="horz2" presStyleCnt="0"/>
      <dgm:spPr/>
    </dgm:pt>
    <dgm:pt modelId="{592F0337-E9EC-413C-93BA-CC1969A3E4BE}" type="pres">
      <dgm:prSet presAssocID="{D2B579A5-4F76-412D-8302-779C52274B6E}" presName="horzSpace2" presStyleCnt="0"/>
      <dgm:spPr/>
    </dgm:pt>
    <dgm:pt modelId="{3C13741B-8BC2-42D8-B090-41E570182170}" type="pres">
      <dgm:prSet presAssocID="{D2B579A5-4F76-412D-8302-779C52274B6E}" presName="tx2" presStyleLbl="revTx" presStyleIdx="3" presStyleCnt="7"/>
      <dgm:spPr/>
      <dgm:t>
        <a:bodyPr/>
        <a:lstStyle/>
        <a:p>
          <a:endParaRPr lang="es-ES"/>
        </a:p>
      </dgm:t>
    </dgm:pt>
    <dgm:pt modelId="{70E093BF-11A2-418B-A1A4-C213D840C273}" type="pres">
      <dgm:prSet presAssocID="{D2B579A5-4F76-412D-8302-779C52274B6E}" presName="vert2" presStyleCnt="0"/>
      <dgm:spPr/>
    </dgm:pt>
    <dgm:pt modelId="{2940852E-5E70-471B-8FC1-4389F1D021BF}" type="pres">
      <dgm:prSet presAssocID="{D2B579A5-4F76-412D-8302-779C52274B6E}" presName="thinLine2b" presStyleLbl="callout" presStyleIdx="2" presStyleCnt="6"/>
      <dgm:spPr/>
    </dgm:pt>
    <dgm:pt modelId="{D7A87BF4-0C38-4962-90AC-85E745A25C19}" type="pres">
      <dgm:prSet presAssocID="{D2B579A5-4F76-412D-8302-779C52274B6E}" presName="vertSpace2b" presStyleCnt="0"/>
      <dgm:spPr/>
    </dgm:pt>
    <dgm:pt modelId="{B6F69362-075B-48A9-AE4E-61DAACDE7FDD}" type="pres">
      <dgm:prSet presAssocID="{72C7F0FC-08AE-4201-A8B1-0FE4D71C9C0C}" presName="horz2" presStyleCnt="0"/>
      <dgm:spPr/>
    </dgm:pt>
    <dgm:pt modelId="{8330F4F9-3E24-4EFA-BECF-46B58DC5FE30}" type="pres">
      <dgm:prSet presAssocID="{72C7F0FC-08AE-4201-A8B1-0FE4D71C9C0C}" presName="horzSpace2" presStyleCnt="0"/>
      <dgm:spPr/>
    </dgm:pt>
    <dgm:pt modelId="{C9DB434B-0A70-47EC-A9DF-106746991C46}" type="pres">
      <dgm:prSet presAssocID="{72C7F0FC-08AE-4201-A8B1-0FE4D71C9C0C}" presName="tx2" presStyleLbl="revTx" presStyleIdx="4" presStyleCnt="7"/>
      <dgm:spPr/>
      <dgm:t>
        <a:bodyPr/>
        <a:lstStyle/>
        <a:p>
          <a:endParaRPr lang="es-ES"/>
        </a:p>
      </dgm:t>
    </dgm:pt>
    <dgm:pt modelId="{78025142-37CD-486C-A8B3-BD3FD0EEC985}" type="pres">
      <dgm:prSet presAssocID="{72C7F0FC-08AE-4201-A8B1-0FE4D71C9C0C}" presName="vert2" presStyleCnt="0"/>
      <dgm:spPr/>
    </dgm:pt>
    <dgm:pt modelId="{27693547-FF82-4E28-B7EC-352D2D9C8AAA}" type="pres">
      <dgm:prSet presAssocID="{72C7F0FC-08AE-4201-A8B1-0FE4D71C9C0C}" presName="thinLine2b" presStyleLbl="callout" presStyleIdx="3" presStyleCnt="6"/>
      <dgm:spPr/>
    </dgm:pt>
    <dgm:pt modelId="{921EB104-3687-478E-B9FF-77BF2E8A88EC}" type="pres">
      <dgm:prSet presAssocID="{72C7F0FC-08AE-4201-A8B1-0FE4D71C9C0C}" presName="vertSpace2b" presStyleCnt="0"/>
      <dgm:spPr/>
    </dgm:pt>
    <dgm:pt modelId="{239E242D-9DE1-4A84-B112-119518ABD949}" type="pres">
      <dgm:prSet presAssocID="{066B277D-62E6-461B-9219-3617138BB2C0}" presName="horz2" presStyleCnt="0"/>
      <dgm:spPr/>
    </dgm:pt>
    <dgm:pt modelId="{78692955-83E8-47B7-AFE9-7848B40B239C}" type="pres">
      <dgm:prSet presAssocID="{066B277D-62E6-461B-9219-3617138BB2C0}" presName="horzSpace2" presStyleCnt="0"/>
      <dgm:spPr/>
    </dgm:pt>
    <dgm:pt modelId="{A39563A0-1CDE-45A9-A69B-6FF009BFEF40}" type="pres">
      <dgm:prSet presAssocID="{066B277D-62E6-461B-9219-3617138BB2C0}" presName="tx2" presStyleLbl="revTx" presStyleIdx="5" presStyleCnt="7"/>
      <dgm:spPr/>
      <dgm:t>
        <a:bodyPr/>
        <a:lstStyle/>
        <a:p>
          <a:endParaRPr lang="es-ES"/>
        </a:p>
      </dgm:t>
    </dgm:pt>
    <dgm:pt modelId="{FCC12294-EDDE-43D4-8337-64E6B4DCD0CE}" type="pres">
      <dgm:prSet presAssocID="{066B277D-62E6-461B-9219-3617138BB2C0}" presName="vert2" presStyleCnt="0"/>
      <dgm:spPr/>
    </dgm:pt>
    <dgm:pt modelId="{EF512922-ABAA-4F5F-8470-97EA9EA7453D}" type="pres">
      <dgm:prSet presAssocID="{066B277D-62E6-461B-9219-3617138BB2C0}" presName="thinLine2b" presStyleLbl="callout" presStyleIdx="4" presStyleCnt="6"/>
      <dgm:spPr/>
    </dgm:pt>
    <dgm:pt modelId="{13797CB0-5D24-4FEA-924B-7B97F698E6D9}" type="pres">
      <dgm:prSet presAssocID="{066B277D-62E6-461B-9219-3617138BB2C0}" presName="vertSpace2b" presStyleCnt="0"/>
      <dgm:spPr/>
    </dgm:pt>
    <dgm:pt modelId="{062AB8B3-AB7E-47B5-BF83-552EFE396EF7}" type="pres">
      <dgm:prSet presAssocID="{CFCA4BBE-64BB-426C-9BED-09D71714D194}" presName="horz2" presStyleCnt="0"/>
      <dgm:spPr/>
    </dgm:pt>
    <dgm:pt modelId="{3579D3A4-4E8D-4048-8BD9-4F70F3D81248}" type="pres">
      <dgm:prSet presAssocID="{CFCA4BBE-64BB-426C-9BED-09D71714D194}" presName="horzSpace2" presStyleCnt="0"/>
      <dgm:spPr/>
    </dgm:pt>
    <dgm:pt modelId="{8579C0C3-02E9-4699-B997-6AFB75667F8C}" type="pres">
      <dgm:prSet presAssocID="{CFCA4BBE-64BB-426C-9BED-09D71714D194}" presName="tx2" presStyleLbl="revTx" presStyleIdx="6" presStyleCnt="7"/>
      <dgm:spPr/>
      <dgm:t>
        <a:bodyPr/>
        <a:lstStyle/>
        <a:p>
          <a:endParaRPr lang="es-ES"/>
        </a:p>
      </dgm:t>
    </dgm:pt>
    <dgm:pt modelId="{9D0BEBA4-2358-44F7-BE22-8D2E876B2BEA}" type="pres">
      <dgm:prSet presAssocID="{CFCA4BBE-64BB-426C-9BED-09D71714D194}" presName="vert2" presStyleCnt="0"/>
      <dgm:spPr/>
    </dgm:pt>
    <dgm:pt modelId="{0069DCDC-ECE2-42FD-86AD-54E6CE71390E}" type="pres">
      <dgm:prSet presAssocID="{CFCA4BBE-64BB-426C-9BED-09D71714D194}" presName="thinLine2b" presStyleLbl="callout" presStyleIdx="5" presStyleCnt="6"/>
      <dgm:spPr/>
    </dgm:pt>
    <dgm:pt modelId="{0084D628-F6B4-4000-B05F-83C9C2C881B8}" type="pres">
      <dgm:prSet presAssocID="{CFCA4BBE-64BB-426C-9BED-09D71714D194}" presName="vertSpace2b" presStyleCnt="0"/>
      <dgm:spPr/>
    </dgm:pt>
  </dgm:ptLst>
  <dgm:cxnLst>
    <dgm:cxn modelId="{A2C69505-6488-B646-A542-873CF741B0AB}" type="presOf" srcId="{CFCA4BBE-64BB-426C-9BED-09D71714D194}" destId="{8579C0C3-02E9-4699-B997-6AFB75667F8C}" srcOrd="0" destOrd="0" presId="urn:microsoft.com/office/officeart/2008/layout/LinedList"/>
    <dgm:cxn modelId="{06E3A103-8899-47BD-A688-70447B308F6D}" srcId="{63274E3A-6ECB-408E-81A5-188DF09F1570}" destId="{03F30307-98E4-4911-970F-2A8B9EAAD9C7}" srcOrd="1" destOrd="0" parTransId="{78773920-B374-4726-830F-47064F52F949}" sibTransId="{794C5D3C-C2F4-434C-8430-D47512E67631}"/>
    <dgm:cxn modelId="{C230D40F-01E8-4E51-880D-EBB639A4BA64}" srcId="{63274E3A-6ECB-408E-81A5-188DF09F1570}" destId="{B4810697-6681-418D-8218-899885A301B7}" srcOrd="0" destOrd="0" parTransId="{E082A88E-5881-419E-9A15-1D6DAF8439D4}" sibTransId="{CACF06A6-C7D5-4D0E-BC3E-7C5C7B2FFD5A}"/>
    <dgm:cxn modelId="{482A4FC6-6746-1C42-AD87-4893FE45C6DC}" type="presOf" srcId="{03F30307-98E4-4911-970F-2A8B9EAAD9C7}" destId="{C84D81AC-84A8-4C1E-8133-065D2A9F0DD8}" srcOrd="0" destOrd="0" presId="urn:microsoft.com/office/officeart/2008/layout/LinedList"/>
    <dgm:cxn modelId="{9A1F309A-B2AE-4AF9-9B6E-F29DE6833958}" srcId="{63274E3A-6ECB-408E-81A5-188DF09F1570}" destId="{72C7F0FC-08AE-4201-A8B1-0FE4D71C9C0C}" srcOrd="3" destOrd="0" parTransId="{7D8E79DC-F8C8-41E0-9B9C-E7B3E115E818}" sibTransId="{3439CC82-EB6B-41A5-8ED3-8F59E88EB41E}"/>
    <dgm:cxn modelId="{63179AE8-0E7D-4427-8BFE-AA2CF2AA9C07}" srcId="{63274E3A-6ECB-408E-81A5-188DF09F1570}" destId="{D2B579A5-4F76-412D-8302-779C52274B6E}" srcOrd="2" destOrd="0" parTransId="{0E65BD08-1E4D-49E5-9F6B-AE92E27EC2C6}" sibTransId="{1B620338-8020-41C6-9670-7AD72B6C2FA5}"/>
    <dgm:cxn modelId="{6BBF7ADC-58EA-4886-B7B7-C9D6854F3E25}" srcId="{63274E3A-6ECB-408E-81A5-188DF09F1570}" destId="{CFCA4BBE-64BB-426C-9BED-09D71714D194}" srcOrd="5" destOrd="0" parTransId="{ADEA94FF-823A-4F6D-9099-A80162E51D35}" sibTransId="{3E15AAB5-8202-41AD-8818-CAA6ECB22788}"/>
    <dgm:cxn modelId="{E94603EF-4B4A-EA4B-BD50-67310C9D30D5}" type="presOf" srcId="{066B277D-62E6-461B-9219-3617138BB2C0}" destId="{A39563A0-1CDE-45A9-A69B-6FF009BFEF40}" srcOrd="0" destOrd="0" presId="urn:microsoft.com/office/officeart/2008/layout/LinedList"/>
    <dgm:cxn modelId="{C371E0C4-E6EE-5F49-8989-9DE93EDA3626}" type="presOf" srcId="{B4810697-6681-418D-8218-899885A301B7}" destId="{D0B2ECA7-72D5-4CB8-A6A4-D2411EE13AC7}" srcOrd="0" destOrd="0" presId="urn:microsoft.com/office/officeart/2008/layout/LinedList"/>
    <dgm:cxn modelId="{29C4D9AA-1AB5-3841-97A1-0AE53B596A9D}" type="presOf" srcId="{D2B579A5-4F76-412D-8302-779C52274B6E}" destId="{3C13741B-8BC2-42D8-B090-41E570182170}" srcOrd="0" destOrd="0" presId="urn:microsoft.com/office/officeart/2008/layout/LinedList"/>
    <dgm:cxn modelId="{B1D54CD4-F5D7-A343-98C8-B95A37C28A20}" type="presOf" srcId="{63274E3A-6ECB-408E-81A5-188DF09F1570}" destId="{592CFF4E-1D1D-4D53-8091-6882516CB86D}" srcOrd="0" destOrd="0" presId="urn:microsoft.com/office/officeart/2008/layout/LinedList"/>
    <dgm:cxn modelId="{5183EB2B-47D3-4E21-8A65-F70A46D788D6}" srcId="{63274E3A-6ECB-408E-81A5-188DF09F1570}" destId="{066B277D-62E6-461B-9219-3617138BB2C0}" srcOrd="4" destOrd="0" parTransId="{5D86F950-1D07-4AA4-9CC4-0EDD1F159ED3}" sibTransId="{8AD0EB93-B5F5-4C43-88EA-773CCBF771CE}"/>
    <dgm:cxn modelId="{D639DE90-F4EC-6442-80B1-8DD783C0F82D}" type="presOf" srcId="{72C7F0FC-08AE-4201-A8B1-0FE4D71C9C0C}" destId="{C9DB434B-0A70-47EC-A9DF-106746991C46}" srcOrd="0" destOrd="0" presId="urn:microsoft.com/office/officeart/2008/layout/LinedList"/>
    <dgm:cxn modelId="{91D28813-54FF-4958-B560-40C7D1344B9C}" srcId="{71937B03-D3AF-4839-8CA2-9F5346BA6ACC}" destId="{63274E3A-6ECB-408E-81A5-188DF09F1570}" srcOrd="0" destOrd="0" parTransId="{97A83D18-6A30-4CDC-AEDC-CC655EB5B78D}" sibTransId="{C4E0EAD5-DF3F-4BCA-A2A7-00AB4E008D28}"/>
    <dgm:cxn modelId="{D147FB58-B0F4-D948-9C66-5264D28200B1}" type="presOf" srcId="{71937B03-D3AF-4839-8CA2-9F5346BA6ACC}" destId="{6E186C49-6630-46C6-B7B2-FD9D11E23C7E}" srcOrd="0" destOrd="0" presId="urn:microsoft.com/office/officeart/2008/layout/LinedList"/>
    <dgm:cxn modelId="{F7BF9D0E-D0CC-1D44-8456-1B20F311BB23}" type="presParOf" srcId="{6E186C49-6630-46C6-B7B2-FD9D11E23C7E}" destId="{0ADEF0E6-A2F2-469B-92E6-497EB53D47D1}" srcOrd="0" destOrd="0" presId="urn:microsoft.com/office/officeart/2008/layout/LinedList"/>
    <dgm:cxn modelId="{6127E48D-71E1-3E47-B16F-F2BBFBC32B95}" type="presParOf" srcId="{6E186C49-6630-46C6-B7B2-FD9D11E23C7E}" destId="{5008E419-6CD2-4089-9F1B-21E5A745D1B6}" srcOrd="1" destOrd="0" presId="urn:microsoft.com/office/officeart/2008/layout/LinedList"/>
    <dgm:cxn modelId="{15DD892F-8B1A-7C4C-BAF8-8A7DD68FA936}" type="presParOf" srcId="{5008E419-6CD2-4089-9F1B-21E5A745D1B6}" destId="{592CFF4E-1D1D-4D53-8091-6882516CB86D}" srcOrd="0" destOrd="0" presId="urn:microsoft.com/office/officeart/2008/layout/LinedList"/>
    <dgm:cxn modelId="{93A5F831-F187-AF47-844D-DD5A5AA0021C}" type="presParOf" srcId="{5008E419-6CD2-4089-9F1B-21E5A745D1B6}" destId="{359B887D-B2A4-43F0-BB75-101012921D61}" srcOrd="1" destOrd="0" presId="urn:microsoft.com/office/officeart/2008/layout/LinedList"/>
    <dgm:cxn modelId="{EA7268DC-4F6B-8244-8A71-6698C30A1BF9}" type="presParOf" srcId="{359B887D-B2A4-43F0-BB75-101012921D61}" destId="{56088D2C-9487-45D6-B723-76C7DE1E2D1E}" srcOrd="0" destOrd="0" presId="urn:microsoft.com/office/officeart/2008/layout/LinedList"/>
    <dgm:cxn modelId="{215781E6-CAEB-2944-A5D1-5239F3862AD3}" type="presParOf" srcId="{359B887D-B2A4-43F0-BB75-101012921D61}" destId="{60744F14-93C7-481F-93C7-8FF5B5C6FEB3}" srcOrd="1" destOrd="0" presId="urn:microsoft.com/office/officeart/2008/layout/LinedList"/>
    <dgm:cxn modelId="{E17E5DBA-5DCA-B34B-A7B3-BBB8C755040E}" type="presParOf" srcId="{60744F14-93C7-481F-93C7-8FF5B5C6FEB3}" destId="{D99DC25A-376A-40F3-97FF-EA45E131E6C6}" srcOrd="0" destOrd="0" presId="urn:microsoft.com/office/officeart/2008/layout/LinedList"/>
    <dgm:cxn modelId="{77F79326-0829-8A4A-B9BB-4F265021CB18}" type="presParOf" srcId="{60744F14-93C7-481F-93C7-8FF5B5C6FEB3}" destId="{D0B2ECA7-72D5-4CB8-A6A4-D2411EE13AC7}" srcOrd="1" destOrd="0" presId="urn:microsoft.com/office/officeart/2008/layout/LinedList"/>
    <dgm:cxn modelId="{3EBBACC8-E382-9F42-B1AF-F71183FE62AB}" type="presParOf" srcId="{60744F14-93C7-481F-93C7-8FF5B5C6FEB3}" destId="{2B2596A3-943B-4F4F-A872-1CD7AA935BD3}" srcOrd="2" destOrd="0" presId="urn:microsoft.com/office/officeart/2008/layout/LinedList"/>
    <dgm:cxn modelId="{3EB0AEB3-9667-984E-A30C-5DF57930473D}" type="presParOf" srcId="{359B887D-B2A4-43F0-BB75-101012921D61}" destId="{4BC1D05D-E873-475B-8F92-C53C30012ABA}" srcOrd="2" destOrd="0" presId="urn:microsoft.com/office/officeart/2008/layout/LinedList"/>
    <dgm:cxn modelId="{3D788B38-6BA4-F04B-BB12-37EC95FF8DF6}" type="presParOf" srcId="{359B887D-B2A4-43F0-BB75-101012921D61}" destId="{E425DCFC-BB45-4C7F-BB7D-9A11B0BB9C6E}" srcOrd="3" destOrd="0" presId="urn:microsoft.com/office/officeart/2008/layout/LinedList"/>
    <dgm:cxn modelId="{26296A51-00FA-A34B-967D-0030D8DF1064}" type="presParOf" srcId="{359B887D-B2A4-43F0-BB75-101012921D61}" destId="{270E2E30-AE95-4D72-824A-AE1C146712A0}" srcOrd="4" destOrd="0" presId="urn:microsoft.com/office/officeart/2008/layout/LinedList"/>
    <dgm:cxn modelId="{B5F38AA3-547F-B44F-A224-1C1C67370D97}" type="presParOf" srcId="{270E2E30-AE95-4D72-824A-AE1C146712A0}" destId="{0FCC953F-18B0-4E96-A9EE-034214154CB8}" srcOrd="0" destOrd="0" presId="urn:microsoft.com/office/officeart/2008/layout/LinedList"/>
    <dgm:cxn modelId="{1266517E-5892-BF48-B852-C23244B38BA5}" type="presParOf" srcId="{270E2E30-AE95-4D72-824A-AE1C146712A0}" destId="{C84D81AC-84A8-4C1E-8133-065D2A9F0DD8}" srcOrd="1" destOrd="0" presId="urn:microsoft.com/office/officeart/2008/layout/LinedList"/>
    <dgm:cxn modelId="{CCFA5368-5C55-1749-A25E-8226DAF3F6E9}" type="presParOf" srcId="{270E2E30-AE95-4D72-824A-AE1C146712A0}" destId="{82AFDBE3-ECFF-4BD2-A23F-24624419062D}" srcOrd="2" destOrd="0" presId="urn:microsoft.com/office/officeart/2008/layout/LinedList"/>
    <dgm:cxn modelId="{A417B8C2-0971-8D47-8262-9F8A1321B021}" type="presParOf" srcId="{359B887D-B2A4-43F0-BB75-101012921D61}" destId="{E2410241-2740-4252-B543-FDBA760A6F4D}" srcOrd="5" destOrd="0" presId="urn:microsoft.com/office/officeart/2008/layout/LinedList"/>
    <dgm:cxn modelId="{654B607F-C816-DB4A-9A34-632BADAE0C26}" type="presParOf" srcId="{359B887D-B2A4-43F0-BB75-101012921D61}" destId="{B7641463-7DE4-41D0-B572-ABC6197395B1}" srcOrd="6" destOrd="0" presId="urn:microsoft.com/office/officeart/2008/layout/LinedList"/>
    <dgm:cxn modelId="{B4CA5574-7482-D245-ACB2-E58FFDF54BF3}" type="presParOf" srcId="{359B887D-B2A4-43F0-BB75-101012921D61}" destId="{35729ADC-CF7C-4FFB-826D-0B23BDAF1072}" srcOrd="7" destOrd="0" presId="urn:microsoft.com/office/officeart/2008/layout/LinedList"/>
    <dgm:cxn modelId="{C9A012C6-F158-2949-9F6C-A5C2A5BF9DA6}" type="presParOf" srcId="{35729ADC-CF7C-4FFB-826D-0B23BDAF1072}" destId="{592F0337-E9EC-413C-93BA-CC1969A3E4BE}" srcOrd="0" destOrd="0" presId="urn:microsoft.com/office/officeart/2008/layout/LinedList"/>
    <dgm:cxn modelId="{4DEF8B51-86A3-6C45-B3B6-DD72A015BDCD}" type="presParOf" srcId="{35729ADC-CF7C-4FFB-826D-0B23BDAF1072}" destId="{3C13741B-8BC2-42D8-B090-41E570182170}" srcOrd="1" destOrd="0" presId="urn:microsoft.com/office/officeart/2008/layout/LinedList"/>
    <dgm:cxn modelId="{A521B941-66C5-9244-A72A-495030BB5374}" type="presParOf" srcId="{35729ADC-CF7C-4FFB-826D-0B23BDAF1072}" destId="{70E093BF-11A2-418B-A1A4-C213D840C273}" srcOrd="2" destOrd="0" presId="urn:microsoft.com/office/officeart/2008/layout/LinedList"/>
    <dgm:cxn modelId="{CC093E06-7FA0-E745-9218-83E075938D47}" type="presParOf" srcId="{359B887D-B2A4-43F0-BB75-101012921D61}" destId="{2940852E-5E70-471B-8FC1-4389F1D021BF}" srcOrd="8" destOrd="0" presId="urn:microsoft.com/office/officeart/2008/layout/LinedList"/>
    <dgm:cxn modelId="{E38C17EB-CCD3-7342-9D67-CF1F9A2191F5}" type="presParOf" srcId="{359B887D-B2A4-43F0-BB75-101012921D61}" destId="{D7A87BF4-0C38-4962-90AC-85E745A25C19}" srcOrd="9" destOrd="0" presId="urn:microsoft.com/office/officeart/2008/layout/LinedList"/>
    <dgm:cxn modelId="{3C503457-B72C-A042-BFE4-C7989CCB5883}" type="presParOf" srcId="{359B887D-B2A4-43F0-BB75-101012921D61}" destId="{B6F69362-075B-48A9-AE4E-61DAACDE7FDD}" srcOrd="10" destOrd="0" presId="urn:microsoft.com/office/officeart/2008/layout/LinedList"/>
    <dgm:cxn modelId="{5147CE05-C4E6-1B4E-9310-CB200A3EA0A2}" type="presParOf" srcId="{B6F69362-075B-48A9-AE4E-61DAACDE7FDD}" destId="{8330F4F9-3E24-4EFA-BECF-46B58DC5FE30}" srcOrd="0" destOrd="0" presId="urn:microsoft.com/office/officeart/2008/layout/LinedList"/>
    <dgm:cxn modelId="{34697526-5794-9245-9385-157A6FFACDB0}" type="presParOf" srcId="{B6F69362-075B-48A9-AE4E-61DAACDE7FDD}" destId="{C9DB434B-0A70-47EC-A9DF-106746991C46}" srcOrd="1" destOrd="0" presId="urn:microsoft.com/office/officeart/2008/layout/LinedList"/>
    <dgm:cxn modelId="{DDD5A7DF-92AE-3F4C-8F37-2A80CEFE7FBF}" type="presParOf" srcId="{B6F69362-075B-48A9-AE4E-61DAACDE7FDD}" destId="{78025142-37CD-486C-A8B3-BD3FD0EEC985}" srcOrd="2" destOrd="0" presId="urn:microsoft.com/office/officeart/2008/layout/LinedList"/>
    <dgm:cxn modelId="{FBDF6F64-0786-E348-9710-D6E8F762B3DC}" type="presParOf" srcId="{359B887D-B2A4-43F0-BB75-101012921D61}" destId="{27693547-FF82-4E28-B7EC-352D2D9C8AAA}" srcOrd="11" destOrd="0" presId="urn:microsoft.com/office/officeart/2008/layout/LinedList"/>
    <dgm:cxn modelId="{E338D8FE-C849-1E42-B7DD-3ADF159A912B}" type="presParOf" srcId="{359B887D-B2A4-43F0-BB75-101012921D61}" destId="{921EB104-3687-478E-B9FF-77BF2E8A88EC}" srcOrd="12" destOrd="0" presId="urn:microsoft.com/office/officeart/2008/layout/LinedList"/>
    <dgm:cxn modelId="{8572D3E2-938F-734B-8A1E-AA104F16E9C7}" type="presParOf" srcId="{359B887D-B2A4-43F0-BB75-101012921D61}" destId="{239E242D-9DE1-4A84-B112-119518ABD949}" srcOrd="13" destOrd="0" presId="urn:microsoft.com/office/officeart/2008/layout/LinedList"/>
    <dgm:cxn modelId="{975AF044-5D93-3D45-AF52-EBA17AFF99A3}" type="presParOf" srcId="{239E242D-9DE1-4A84-B112-119518ABD949}" destId="{78692955-83E8-47B7-AFE9-7848B40B239C}" srcOrd="0" destOrd="0" presId="urn:microsoft.com/office/officeart/2008/layout/LinedList"/>
    <dgm:cxn modelId="{61DEA4CD-D0EB-1741-BF7D-2197E2475DEC}" type="presParOf" srcId="{239E242D-9DE1-4A84-B112-119518ABD949}" destId="{A39563A0-1CDE-45A9-A69B-6FF009BFEF40}" srcOrd="1" destOrd="0" presId="urn:microsoft.com/office/officeart/2008/layout/LinedList"/>
    <dgm:cxn modelId="{510E807B-8192-054B-BCAC-5721D36683C0}" type="presParOf" srcId="{239E242D-9DE1-4A84-B112-119518ABD949}" destId="{FCC12294-EDDE-43D4-8337-64E6B4DCD0CE}" srcOrd="2" destOrd="0" presId="urn:microsoft.com/office/officeart/2008/layout/LinedList"/>
    <dgm:cxn modelId="{FAF1EB14-A1CE-CB42-AD3D-2CE98B7F3359}" type="presParOf" srcId="{359B887D-B2A4-43F0-BB75-101012921D61}" destId="{EF512922-ABAA-4F5F-8470-97EA9EA7453D}" srcOrd="14" destOrd="0" presId="urn:microsoft.com/office/officeart/2008/layout/LinedList"/>
    <dgm:cxn modelId="{3A493144-9B42-4B4F-8470-CAC03CEAB259}" type="presParOf" srcId="{359B887D-B2A4-43F0-BB75-101012921D61}" destId="{13797CB0-5D24-4FEA-924B-7B97F698E6D9}" srcOrd="15" destOrd="0" presId="urn:microsoft.com/office/officeart/2008/layout/LinedList"/>
    <dgm:cxn modelId="{EC87656A-7E0C-3D49-A29C-A4262141CD49}" type="presParOf" srcId="{359B887D-B2A4-43F0-BB75-101012921D61}" destId="{062AB8B3-AB7E-47B5-BF83-552EFE396EF7}" srcOrd="16" destOrd="0" presId="urn:microsoft.com/office/officeart/2008/layout/LinedList"/>
    <dgm:cxn modelId="{CDB86616-E83F-7944-9104-6534E886BB23}" type="presParOf" srcId="{062AB8B3-AB7E-47B5-BF83-552EFE396EF7}" destId="{3579D3A4-4E8D-4048-8BD9-4F70F3D81248}" srcOrd="0" destOrd="0" presId="urn:microsoft.com/office/officeart/2008/layout/LinedList"/>
    <dgm:cxn modelId="{B01FF42E-A3B9-E746-94F8-CB7D3E530339}" type="presParOf" srcId="{062AB8B3-AB7E-47B5-BF83-552EFE396EF7}" destId="{8579C0C3-02E9-4699-B997-6AFB75667F8C}" srcOrd="1" destOrd="0" presId="urn:microsoft.com/office/officeart/2008/layout/LinedList"/>
    <dgm:cxn modelId="{4A4DCEC3-85CC-C44E-BE28-83BE00134226}" type="presParOf" srcId="{062AB8B3-AB7E-47B5-BF83-552EFE396EF7}" destId="{9D0BEBA4-2358-44F7-BE22-8D2E876B2BEA}" srcOrd="2" destOrd="0" presId="urn:microsoft.com/office/officeart/2008/layout/LinedList"/>
    <dgm:cxn modelId="{36DC50D2-6A15-3A41-A49A-069B703930C6}" type="presParOf" srcId="{359B887D-B2A4-43F0-BB75-101012921D61}" destId="{0069DCDC-ECE2-42FD-86AD-54E6CE71390E}" srcOrd="17" destOrd="0" presId="urn:microsoft.com/office/officeart/2008/layout/LinedList"/>
    <dgm:cxn modelId="{F7463587-622B-C745-B253-795A22260A6B}" type="presParOf" srcId="{359B887D-B2A4-43F0-BB75-101012921D61}" destId="{0084D628-F6B4-4000-B05F-83C9C2C881B8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12B780-46C1-47AC-8404-540833377F92}" type="doc">
      <dgm:prSet loTypeId="urn:microsoft.com/office/officeart/2005/8/layout/vList2" loCatId="list" qsTypeId="urn:microsoft.com/office/officeart/2005/8/quickstyle/simple1" qsCatId="simple" csTypeId="urn:microsoft.com/office/officeart/2005/8/colors/accent1_2#3" csCatId="accent1" phldr="1"/>
      <dgm:spPr/>
      <dgm:t>
        <a:bodyPr/>
        <a:lstStyle/>
        <a:p>
          <a:endParaRPr lang="es-MX"/>
        </a:p>
      </dgm:t>
    </dgm:pt>
    <dgm:pt modelId="{EB541676-F6F4-4B1A-9171-6E6A7BFE80C2}">
      <dgm:prSet phldrT="[Texto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s-ES_tradnl" sz="2400" b="1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Consulta de Segundo Nivel de Atención a $ </a:t>
          </a:r>
          <a:r>
            <a:rPr lang="es-ES_tradnl" sz="2400" b="1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400</a:t>
          </a:r>
          <a:endParaRPr lang="es-MX" sz="2400" dirty="0">
            <a:solidFill>
              <a:schemeClr val="bg2">
                <a:lumMod val="10000"/>
              </a:schemeClr>
            </a:solidFill>
          </a:endParaRPr>
        </a:p>
      </dgm:t>
    </dgm:pt>
    <dgm:pt modelId="{678E983B-9C80-4E42-871E-7634CB52D495}" type="parTrans" cxnId="{C98423AA-E914-4BF8-9359-04D5F152FB9C}">
      <dgm:prSet/>
      <dgm:spPr/>
      <dgm:t>
        <a:bodyPr/>
        <a:lstStyle/>
        <a:p>
          <a:endParaRPr lang="es-MX"/>
        </a:p>
      </dgm:t>
    </dgm:pt>
    <dgm:pt modelId="{5C091127-43BB-403D-A7BE-CD8272AEC6B7}" type="sibTrans" cxnId="{C98423AA-E914-4BF8-9359-04D5F152FB9C}">
      <dgm:prSet/>
      <dgm:spPr/>
      <dgm:t>
        <a:bodyPr/>
        <a:lstStyle/>
        <a:p>
          <a:endParaRPr lang="es-MX"/>
        </a:p>
      </dgm:t>
    </dgm:pt>
    <dgm:pt modelId="{B19F86A0-E1A8-47C9-86C3-EEBA07CA9D74}">
      <dgm:prSet phldrT="[Texto]" custT="1"/>
      <dgm:spPr/>
      <dgm:t>
        <a:bodyPr/>
        <a:lstStyle/>
        <a:p>
          <a:r>
            <a:rPr lang="es-MX" sz="2000" dirty="0">
              <a:solidFill>
                <a:schemeClr val="bg2">
                  <a:lumMod val="10000"/>
                </a:schemeClr>
              </a:solidFill>
            </a:rPr>
            <a:t>Costo </a:t>
          </a:r>
          <a:r>
            <a:rPr lang="es-MX" sz="2000" dirty="0" smtClean="0">
              <a:solidFill>
                <a:schemeClr val="bg2">
                  <a:lumMod val="10000"/>
                </a:schemeClr>
              </a:solidFill>
            </a:rPr>
            <a:t>$800</a:t>
          </a:r>
          <a:endParaRPr lang="es-MX" sz="2000" dirty="0">
            <a:solidFill>
              <a:schemeClr val="bg2">
                <a:lumMod val="10000"/>
              </a:schemeClr>
            </a:solidFill>
          </a:endParaRPr>
        </a:p>
      </dgm:t>
    </dgm:pt>
    <dgm:pt modelId="{799710C9-07B4-4618-AE5B-DDB34B01D12C}" type="parTrans" cxnId="{33A84C8B-E2BF-476B-9A44-DCF4BF57C711}">
      <dgm:prSet/>
      <dgm:spPr/>
      <dgm:t>
        <a:bodyPr/>
        <a:lstStyle/>
        <a:p>
          <a:endParaRPr lang="es-MX"/>
        </a:p>
      </dgm:t>
    </dgm:pt>
    <dgm:pt modelId="{D88C5DAE-B278-4BDA-8300-C42A7A71F756}" type="sibTrans" cxnId="{33A84C8B-E2BF-476B-9A44-DCF4BF57C711}">
      <dgm:prSet/>
      <dgm:spPr/>
      <dgm:t>
        <a:bodyPr/>
        <a:lstStyle/>
        <a:p>
          <a:endParaRPr lang="es-MX"/>
        </a:p>
      </dgm:t>
    </dgm:pt>
    <dgm:pt modelId="{ECE7223D-BA8C-48C5-B095-A4702298DBF2}">
      <dgm:prSet phldrT="[Texto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s-ES_tradnl" sz="2400" b="1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Consulta de Tercer Nivel de Atención de $</a:t>
          </a:r>
          <a:r>
            <a:rPr lang="es-ES_tradnl" sz="2400" b="1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450</a:t>
          </a:r>
          <a:endParaRPr lang="es-MX" sz="2400" dirty="0">
            <a:solidFill>
              <a:schemeClr val="bg2">
                <a:lumMod val="10000"/>
              </a:schemeClr>
            </a:solidFill>
          </a:endParaRPr>
        </a:p>
      </dgm:t>
    </dgm:pt>
    <dgm:pt modelId="{0A9425F0-2618-41D5-81C4-8EDB125E2B35}" type="parTrans" cxnId="{AC94F1D2-3C33-4BD5-8C9D-F81E94C2AC14}">
      <dgm:prSet/>
      <dgm:spPr/>
      <dgm:t>
        <a:bodyPr/>
        <a:lstStyle/>
        <a:p>
          <a:endParaRPr lang="es-MX"/>
        </a:p>
      </dgm:t>
    </dgm:pt>
    <dgm:pt modelId="{4D1C9793-39E7-4079-AAC3-302325FACFCC}" type="sibTrans" cxnId="{AC94F1D2-3C33-4BD5-8C9D-F81E94C2AC14}">
      <dgm:prSet/>
      <dgm:spPr/>
      <dgm:t>
        <a:bodyPr/>
        <a:lstStyle/>
        <a:p>
          <a:endParaRPr lang="es-MX"/>
        </a:p>
      </dgm:t>
    </dgm:pt>
    <dgm:pt modelId="{38F96EAB-2AC1-4AC8-A71E-D1ACEAD6A2A2}">
      <dgm:prSet phldrT="[Texto]" custT="1"/>
      <dgm:spPr/>
      <dgm:t>
        <a:bodyPr/>
        <a:lstStyle/>
        <a:p>
          <a:r>
            <a:rPr lang="es-MX" sz="2000" dirty="0">
              <a:solidFill>
                <a:schemeClr val="bg2">
                  <a:lumMod val="10000"/>
                </a:schemeClr>
              </a:solidFill>
            </a:rPr>
            <a:t>Costo </a:t>
          </a:r>
          <a:r>
            <a:rPr lang="es-MX" sz="2000" dirty="0" smtClean="0">
              <a:solidFill>
                <a:schemeClr val="bg2">
                  <a:lumMod val="10000"/>
                </a:schemeClr>
              </a:solidFill>
            </a:rPr>
            <a:t>$1000</a:t>
          </a:r>
          <a:endParaRPr lang="es-MX" sz="2000" dirty="0">
            <a:solidFill>
              <a:schemeClr val="bg2">
                <a:lumMod val="10000"/>
              </a:schemeClr>
            </a:solidFill>
          </a:endParaRPr>
        </a:p>
      </dgm:t>
    </dgm:pt>
    <dgm:pt modelId="{5E974719-9D56-4719-B6CE-56E00F3133E8}" type="parTrans" cxnId="{06504242-2674-4712-8072-84CD36B1673A}">
      <dgm:prSet/>
      <dgm:spPr/>
      <dgm:t>
        <a:bodyPr/>
        <a:lstStyle/>
        <a:p>
          <a:endParaRPr lang="es-MX"/>
        </a:p>
      </dgm:t>
    </dgm:pt>
    <dgm:pt modelId="{DF582928-F286-470D-8359-8D72AB359598}" type="sibTrans" cxnId="{06504242-2674-4712-8072-84CD36B1673A}">
      <dgm:prSet/>
      <dgm:spPr/>
      <dgm:t>
        <a:bodyPr/>
        <a:lstStyle/>
        <a:p>
          <a:endParaRPr lang="es-MX"/>
        </a:p>
      </dgm:t>
    </dgm:pt>
    <dgm:pt modelId="{1680F9EF-CFAC-4ED7-8B3D-A43F59BA2D35}">
      <dgm:prSet phldrT="[Texto]" custT="1"/>
      <dgm:spPr/>
      <dgm:t>
        <a:bodyPr/>
        <a:lstStyle/>
        <a:p>
          <a:r>
            <a:rPr lang="es-MX" sz="2000" dirty="0">
              <a:solidFill>
                <a:schemeClr val="bg2">
                  <a:lumMod val="10000"/>
                </a:schemeClr>
              </a:solidFill>
            </a:rPr>
            <a:t>Ejemplo : Dermatología, Otorrinolaringología, Traumatología, etc.</a:t>
          </a:r>
        </a:p>
      </dgm:t>
    </dgm:pt>
    <dgm:pt modelId="{7E529B55-07E1-4D86-8DE5-5C13E3992827}" type="parTrans" cxnId="{5A8CCB8F-15DA-4BEA-B65C-6B8E27619307}">
      <dgm:prSet/>
      <dgm:spPr/>
      <dgm:t>
        <a:bodyPr/>
        <a:lstStyle/>
        <a:p>
          <a:endParaRPr lang="es-MX"/>
        </a:p>
      </dgm:t>
    </dgm:pt>
    <dgm:pt modelId="{01A3D274-C3BD-4EE4-A830-F19FF69082D1}" type="sibTrans" cxnId="{5A8CCB8F-15DA-4BEA-B65C-6B8E27619307}">
      <dgm:prSet/>
      <dgm:spPr/>
      <dgm:t>
        <a:bodyPr/>
        <a:lstStyle/>
        <a:p>
          <a:endParaRPr lang="es-MX"/>
        </a:p>
      </dgm:t>
    </dgm:pt>
    <dgm:pt modelId="{B62361A3-95D9-4E79-9ACC-C67EA2440BDC}">
      <dgm:prSet phldrT="[Texto]" custT="1"/>
      <dgm:spPr/>
      <dgm:t>
        <a:bodyPr/>
        <a:lstStyle/>
        <a:p>
          <a:r>
            <a:rPr lang="es-MX" sz="2000" dirty="0">
              <a:solidFill>
                <a:schemeClr val="bg2">
                  <a:lumMod val="10000"/>
                </a:schemeClr>
              </a:solidFill>
            </a:rPr>
            <a:t>Ejemplo: Cardiología, </a:t>
          </a:r>
          <a:r>
            <a:rPr lang="es-MX" sz="2000" dirty="0" smtClean="0">
              <a:solidFill>
                <a:schemeClr val="bg2">
                  <a:lumMod val="10000"/>
                </a:schemeClr>
              </a:solidFill>
            </a:rPr>
            <a:t>Psiquiatría, </a:t>
          </a:r>
          <a:r>
            <a:rPr lang="es-MX" sz="2000" dirty="0" err="1" smtClean="0">
              <a:solidFill>
                <a:schemeClr val="bg2">
                  <a:lumMod val="10000"/>
                </a:schemeClr>
              </a:solidFill>
            </a:rPr>
            <a:t>Oncologo</a:t>
          </a:r>
          <a:endParaRPr lang="es-MX" sz="2000" dirty="0">
            <a:solidFill>
              <a:schemeClr val="bg2">
                <a:lumMod val="10000"/>
              </a:schemeClr>
            </a:solidFill>
          </a:endParaRPr>
        </a:p>
      </dgm:t>
    </dgm:pt>
    <dgm:pt modelId="{21E45C5A-2185-402B-B7F2-4779CDD9869C}" type="parTrans" cxnId="{8B2E27DB-3AEB-4B08-B563-5CA4CA6F7367}">
      <dgm:prSet/>
      <dgm:spPr/>
      <dgm:t>
        <a:bodyPr/>
        <a:lstStyle/>
        <a:p>
          <a:endParaRPr lang="es-MX"/>
        </a:p>
      </dgm:t>
    </dgm:pt>
    <dgm:pt modelId="{B08A819B-A0B1-4621-875D-37BD041DAEF9}" type="sibTrans" cxnId="{8B2E27DB-3AEB-4B08-B563-5CA4CA6F7367}">
      <dgm:prSet/>
      <dgm:spPr/>
      <dgm:t>
        <a:bodyPr/>
        <a:lstStyle/>
        <a:p>
          <a:endParaRPr lang="es-MX"/>
        </a:p>
      </dgm:t>
    </dgm:pt>
    <dgm:pt modelId="{518B5B34-77DB-4C65-A64C-A96D85FAA79F}">
      <dgm:prSet phldrT="[Texto]" custT="1"/>
      <dgm:spPr/>
      <dgm:t>
        <a:bodyPr/>
        <a:lstStyle/>
        <a:p>
          <a:endParaRPr lang="es-MX" sz="2000" dirty="0">
            <a:solidFill>
              <a:schemeClr val="bg2">
                <a:lumMod val="10000"/>
              </a:schemeClr>
            </a:solidFill>
          </a:endParaRPr>
        </a:p>
      </dgm:t>
    </dgm:pt>
    <dgm:pt modelId="{ED459B09-FDF5-4E08-A789-09C0A8D89A54}" type="parTrans" cxnId="{216F924E-30D0-4389-AEF2-35FD4851EE52}">
      <dgm:prSet/>
      <dgm:spPr/>
      <dgm:t>
        <a:bodyPr/>
        <a:lstStyle/>
        <a:p>
          <a:endParaRPr lang="es-MX"/>
        </a:p>
      </dgm:t>
    </dgm:pt>
    <dgm:pt modelId="{B939D7A0-4AFE-4572-A832-087114C9A9CB}" type="sibTrans" cxnId="{216F924E-30D0-4389-AEF2-35FD4851EE52}">
      <dgm:prSet/>
      <dgm:spPr/>
      <dgm:t>
        <a:bodyPr/>
        <a:lstStyle/>
        <a:p>
          <a:endParaRPr lang="es-MX"/>
        </a:p>
      </dgm:t>
    </dgm:pt>
    <dgm:pt modelId="{8BE73969-8368-4C8F-9939-1F4C1F3503FB}" type="pres">
      <dgm:prSet presAssocID="{7912B780-46C1-47AC-8404-540833377F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DD74AAC-436A-44B8-AED7-9F1249829A55}" type="pres">
      <dgm:prSet presAssocID="{EB541676-F6F4-4B1A-9171-6E6A7BFE80C2}" presName="parentText" presStyleLbl="node1" presStyleIdx="0" presStyleCnt="2" custScaleY="69702" custLinFactNeighborX="-32408" custLinFactNeighborY="-1397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8939237-765F-4588-BC92-8BEE28029563}" type="pres">
      <dgm:prSet presAssocID="{EB541676-F6F4-4B1A-9171-6E6A7BFE80C2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7328ACA-75DC-4BC9-891A-CC3815C7569A}" type="pres">
      <dgm:prSet presAssocID="{ECE7223D-BA8C-48C5-B095-A4702298DBF2}" presName="parentText" presStyleLbl="node1" presStyleIdx="1" presStyleCnt="2" custScaleY="6276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49EB7A0-7593-4B58-8402-B5E7C5AC33BE}" type="pres">
      <dgm:prSet presAssocID="{ECE7223D-BA8C-48C5-B095-A4702298DBF2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06504242-2674-4712-8072-84CD36B1673A}" srcId="{ECE7223D-BA8C-48C5-B095-A4702298DBF2}" destId="{38F96EAB-2AC1-4AC8-A71E-D1ACEAD6A2A2}" srcOrd="0" destOrd="0" parTransId="{5E974719-9D56-4719-B6CE-56E00F3133E8}" sibTransId="{DF582928-F286-470D-8359-8D72AB359598}"/>
    <dgm:cxn modelId="{C98423AA-E914-4BF8-9359-04D5F152FB9C}" srcId="{7912B780-46C1-47AC-8404-540833377F92}" destId="{EB541676-F6F4-4B1A-9171-6E6A7BFE80C2}" srcOrd="0" destOrd="0" parTransId="{678E983B-9C80-4E42-871E-7634CB52D495}" sibTransId="{5C091127-43BB-403D-A7BE-CD8272AEC6B7}"/>
    <dgm:cxn modelId="{27C654EF-1965-7F4E-81E6-E6EAD6AC6468}" type="presOf" srcId="{EB541676-F6F4-4B1A-9171-6E6A7BFE80C2}" destId="{3DD74AAC-436A-44B8-AED7-9F1249829A55}" srcOrd="0" destOrd="0" presId="urn:microsoft.com/office/officeart/2005/8/layout/vList2"/>
    <dgm:cxn modelId="{8B2E27DB-3AEB-4B08-B563-5CA4CA6F7367}" srcId="{ECE7223D-BA8C-48C5-B095-A4702298DBF2}" destId="{B62361A3-95D9-4E79-9ACC-C67EA2440BDC}" srcOrd="1" destOrd="0" parTransId="{21E45C5A-2185-402B-B7F2-4779CDD9869C}" sibTransId="{B08A819B-A0B1-4621-875D-37BD041DAEF9}"/>
    <dgm:cxn modelId="{79410B51-38E8-9047-814C-144E11C31BFE}" type="presOf" srcId="{38F96EAB-2AC1-4AC8-A71E-D1ACEAD6A2A2}" destId="{B49EB7A0-7593-4B58-8402-B5E7C5AC33BE}" srcOrd="0" destOrd="0" presId="urn:microsoft.com/office/officeart/2005/8/layout/vList2"/>
    <dgm:cxn modelId="{CF81DF95-93BE-CB40-9B03-B4CD135888EC}" type="presOf" srcId="{1680F9EF-CFAC-4ED7-8B3D-A43F59BA2D35}" destId="{E8939237-765F-4588-BC92-8BEE28029563}" srcOrd="0" destOrd="1" presId="urn:microsoft.com/office/officeart/2005/8/layout/vList2"/>
    <dgm:cxn modelId="{5A8CCB8F-15DA-4BEA-B65C-6B8E27619307}" srcId="{EB541676-F6F4-4B1A-9171-6E6A7BFE80C2}" destId="{1680F9EF-CFAC-4ED7-8B3D-A43F59BA2D35}" srcOrd="1" destOrd="0" parTransId="{7E529B55-07E1-4D86-8DE5-5C13E3992827}" sibTransId="{01A3D274-C3BD-4EE4-A830-F19FF69082D1}"/>
    <dgm:cxn modelId="{33A84C8B-E2BF-476B-9A44-DCF4BF57C711}" srcId="{EB541676-F6F4-4B1A-9171-6E6A7BFE80C2}" destId="{B19F86A0-E1A8-47C9-86C3-EEBA07CA9D74}" srcOrd="0" destOrd="0" parTransId="{799710C9-07B4-4618-AE5B-DDB34B01D12C}" sibTransId="{D88C5DAE-B278-4BDA-8300-C42A7A71F756}"/>
    <dgm:cxn modelId="{70CFE8CE-A1C7-D248-8EE0-289089DF1AD8}" type="presOf" srcId="{518B5B34-77DB-4C65-A64C-A96D85FAA79F}" destId="{E8939237-765F-4588-BC92-8BEE28029563}" srcOrd="0" destOrd="2" presId="urn:microsoft.com/office/officeart/2005/8/layout/vList2"/>
    <dgm:cxn modelId="{AC94F1D2-3C33-4BD5-8C9D-F81E94C2AC14}" srcId="{7912B780-46C1-47AC-8404-540833377F92}" destId="{ECE7223D-BA8C-48C5-B095-A4702298DBF2}" srcOrd="1" destOrd="0" parTransId="{0A9425F0-2618-41D5-81C4-8EDB125E2B35}" sibTransId="{4D1C9793-39E7-4079-AAC3-302325FACFCC}"/>
    <dgm:cxn modelId="{4157048B-661A-5547-8B3D-92ABC6DE2E63}" type="presOf" srcId="{7912B780-46C1-47AC-8404-540833377F92}" destId="{8BE73969-8368-4C8F-9939-1F4C1F3503FB}" srcOrd="0" destOrd="0" presId="urn:microsoft.com/office/officeart/2005/8/layout/vList2"/>
    <dgm:cxn modelId="{F5D0D5D6-FAD0-C243-9F56-90FD420FDD0D}" type="presOf" srcId="{B19F86A0-E1A8-47C9-86C3-EEBA07CA9D74}" destId="{E8939237-765F-4588-BC92-8BEE28029563}" srcOrd="0" destOrd="0" presId="urn:microsoft.com/office/officeart/2005/8/layout/vList2"/>
    <dgm:cxn modelId="{00BF04AD-F64B-D744-A749-BFBF6C5728EB}" type="presOf" srcId="{ECE7223D-BA8C-48C5-B095-A4702298DBF2}" destId="{97328ACA-75DC-4BC9-891A-CC3815C7569A}" srcOrd="0" destOrd="0" presId="urn:microsoft.com/office/officeart/2005/8/layout/vList2"/>
    <dgm:cxn modelId="{216F924E-30D0-4389-AEF2-35FD4851EE52}" srcId="{EB541676-F6F4-4B1A-9171-6E6A7BFE80C2}" destId="{518B5B34-77DB-4C65-A64C-A96D85FAA79F}" srcOrd="2" destOrd="0" parTransId="{ED459B09-FDF5-4E08-A789-09C0A8D89A54}" sibTransId="{B939D7A0-4AFE-4572-A832-087114C9A9CB}"/>
    <dgm:cxn modelId="{A67C5CBB-F018-8741-A452-A8E12698AA72}" type="presOf" srcId="{B62361A3-95D9-4E79-9ACC-C67EA2440BDC}" destId="{B49EB7A0-7593-4B58-8402-B5E7C5AC33BE}" srcOrd="0" destOrd="1" presId="urn:microsoft.com/office/officeart/2005/8/layout/vList2"/>
    <dgm:cxn modelId="{BF781937-3858-094A-9ECB-2EEECE0E1996}" type="presParOf" srcId="{8BE73969-8368-4C8F-9939-1F4C1F3503FB}" destId="{3DD74AAC-436A-44B8-AED7-9F1249829A55}" srcOrd="0" destOrd="0" presId="urn:microsoft.com/office/officeart/2005/8/layout/vList2"/>
    <dgm:cxn modelId="{3BEA1AC4-F4B4-D641-A2AF-6A7583BFB607}" type="presParOf" srcId="{8BE73969-8368-4C8F-9939-1F4C1F3503FB}" destId="{E8939237-765F-4588-BC92-8BEE28029563}" srcOrd="1" destOrd="0" presId="urn:microsoft.com/office/officeart/2005/8/layout/vList2"/>
    <dgm:cxn modelId="{3993631F-734C-AA4E-8614-C694F2CA87D9}" type="presParOf" srcId="{8BE73969-8368-4C8F-9939-1F4C1F3503FB}" destId="{97328ACA-75DC-4BC9-891A-CC3815C7569A}" srcOrd="2" destOrd="0" presId="urn:microsoft.com/office/officeart/2005/8/layout/vList2"/>
    <dgm:cxn modelId="{DF775911-0B99-7F4F-A808-2206355D0812}" type="presParOf" srcId="{8BE73969-8368-4C8F-9939-1F4C1F3503FB}" destId="{B49EB7A0-7593-4B58-8402-B5E7C5AC33B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791E08-C2A3-40E0-B012-56A241DF60D3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#5" csCatId="accent1" phldr="1"/>
      <dgm:spPr/>
      <dgm:t>
        <a:bodyPr/>
        <a:lstStyle/>
        <a:p>
          <a:endParaRPr lang="es-MX"/>
        </a:p>
      </dgm:t>
    </dgm:pt>
    <dgm:pt modelId="{12DCC3BD-1935-45D0-A8F7-0513BC6670BD}">
      <dgm:prSet phldrT="[Texto]" custT="1"/>
      <dgm:spPr/>
      <dgm:t>
        <a:bodyPr/>
        <a:lstStyle/>
        <a:p>
          <a:r>
            <a:rPr lang="es-MX" sz="2000" b="1" dirty="0">
              <a:solidFill>
                <a:schemeClr val="bg2">
                  <a:lumMod val="25000"/>
                </a:schemeClr>
              </a:solidFill>
            </a:rPr>
            <a:t>FARMACIA,</a:t>
          </a:r>
        </a:p>
        <a:p>
          <a:r>
            <a:rPr lang="es-MX" sz="2000" b="1" dirty="0">
              <a:solidFill>
                <a:schemeClr val="bg2">
                  <a:lumMod val="25000"/>
                </a:schemeClr>
              </a:solidFill>
            </a:rPr>
            <a:t>ENFERMERIA</a:t>
          </a:r>
        </a:p>
        <a:p>
          <a:r>
            <a:rPr lang="es-MX" sz="1800" dirty="0">
              <a:solidFill>
                <a:schemeClr val="bg2">
                  <a:lumMod val="25000"/>
                </a:schemeClr>
              </a:solidFill>
            </a:rPr>
            <a:t>Del  5% al 30% desc.</a:t>
          </a:r>
        </a:p>
      </dgm:t>
    </dgm:pt>
    <dgm:pt modelId="{3DE69B60-4CFF-4BF1-8F38-6913B8F8E463}" type="parTrans" cxnId="{66FA1902-8E94-410F-9AEE-41A98C7C0059}">
      <dgm:prSet/>
      <dgm:spPr/>
      <dgm:t>
        <a:bodyPr/>
        <a:lstStyle/>
        <a:p>
          <a:endParaRPr lang="es-MX"/>
        </a:p>
      </dgm:t>
    </dgm:pt>
    <dgm:pt modelId="{3D033AB7-1A75-40F0-98CA-4B2355B8C92D}" type="sibTrans" cxnId="{66FA1902-8E94-410F-9AEE-41A98C7C0059}">
      <dgm:prSet/>
      <dgm:spPr/>
      <dgm:t>
        <a:bodyPr/>
        <a:lstStyle/>
        <a:p>
          <a:endParaRPr lang="es-MX"/>
        </a:p>
      </dgm:t>
    </dgm:pt>
    <dgm:pt modelId="{E96E5538-21EC-49CD-A548-197126C91309}">
      <dgm:prSet phldrT="[Texto]" custT="1"/>
      <dgm:spPr/>
      <dgm:t>
        <a:bodyPr/>
        <a:lstStyle/>
        <a:p>
          <a:r>
            <a:rPr lang="es-MX" sz="2000" b="1" dirty="0">
              <a:solidFill>
                <a:schemeClr val="bg2">
                  <a:lumMod val="25000"/>
                </a:schemeClr>
              </a:solidFill>
            </a:rPr>
            <a:t>LABORATORIO,</a:t>
          </a:r>
        </a:p>
        <a:p>
          <a:r>
            <a:rPr lang="es-MX" sz="2000" b="1" dirty="0">
              <a:solidFill>
                <a:schemeClr val="bg2">
                  <a:lumMod val="25000"/>
                </a:schemeClr>
              </a:solidFill>
            </a:rPr>
            <a:t>GABINETES</a:t>
          </a:r>
        </a:p>
        <a:p>
          <a:r>
            <a:rPr lang="es-MX" sz="1800" dirty="0">
              <a:solidFill>
                <a:schemeClr val="bg2">
                  <a:lumMod val="25000"/>
                </a:schemeClr>
              </a:solidFill>
            </a:rPr>
            <a:t>Del 15 AL 30%</a:t>
          </a:r>
        </a:p>
        <a:p>
          <a:r>
            <a:rPr lang="es-MX" sz="1800" dirty="0">
              <a:solidFill>
                <a:schemeClr val="bg2">
                  <a:lumMod val="25000"/>
                </a:schemeClr>
              </a:solidFill>
            </a:rPr>
            <a:t>Desc.</a:t>
          </a:r>
        </a:p>
      </dgm:t>
    </dgm:pt>
    <dgm:pt modelId="{0719FA5A-F609-4326-A5FB-B4C46E639366}" type="parTrans" cxnId="{95F0D932-A085-4DA7-B562-2A78A569A994}">
      <dgm:prSet/>
      <dgm:spPr/>
      <dgm:t>
        <a:bodyPr/>
        <a:lstStyle/>
        <a:p>
          <a:endParaRPr lang="es-MX"/>
        </a:p>
      </dgm:t>
    </dgm:pt>
    <dgm:pt modelId="{59F711F0-311F-464F-8E0F-8A2BBAF7E00C}" type="sibTrans" cxnId="{95F0D932-A085-4DA7-B562-2A78A569A994}">
      <dgm:prSet/>
      <dgm:spPr/>
      <dgm:t>
        <a:bodyPr/>
        <a:lstStyle/>
        <a:p>
          <a:endParaRPr lang="es-MX"/>
        </a:p>
      </dgm:t>
    </dgm:pt>
    <dgm:pt modelId="{14E22D0D-41F3-43CA-B1F9-81CDB10A709B}">
      <dgm:prSet phldrT="[Texto]" custT="1"/>
      <dgm:spPr/>
      <dgm:t>
        <a:bodyPr/>
        <a:lstStyle/>
        <a:p>
          <a:r>
            <a:rPr lang="es-MX" sz="2000" b="1" dirty="0">
              <a:solidFill>
                <a:schemeClr val="bg2">
                  <a:lumMod val="25000"/>
                </a:schemeClr>
              </a:solidFill>
            </a:rPr>
            <a:t>APARATOS ORTOPEDICOS,</a:t>
          </a:r>
        </a:p>
        <a:p>
          <a:r>
            <a:rPr lang="es-MX" sz="2000" b="1" dirty="0">
              <a:solidFill>
                <a:schemeClr val="bg2">
                  <a:lumMod val="25000"/>
                </a:schemeClr>
              </a:solidFill>
            </a:rPr>
            <a:t>OPTICAS</a:t>
          </a:r>
        </a:p>
        <a:p>
          <a:r>
            <a:rPr lang="es-MX" sz="1400" dirty="0">
              <a:solidFill>
                <a:schemeClr val="bg2">
                  <a:lumMod val="25000"/>
                </a:schemeClr>
              </a:solidFill>
            </a:rPr>
            <a:t>15%  Desc.</a:t>
          </a:r>
          <a:endParaRPr lang="es-MX" sz="1400" b="1" dirty="0">
            <a:solidFill>
              <a:schemeClr val="bg2">
                <a:lumMod val="25000"/>
              </a:schemeClr>
            </a:solidFill>
          </a:endParaRPr>
        </a:p>
      </dgm:t>
    </dgm:pt>
    <dgm:pt modelId="{F3AF746C-0941-4BCD-83D5-036A83EC6FD2}" type="parTrans" cxnId="{03770A6E-7403-40D2-B2FE-FD0123A94070}">
      <dgm:prSet/>
      <dgm:spPr/>
      <dgm:t>
        <a:bodyPr/>
        <a:lstStyle/>
        <a:p>
          <a:endParaRPr lang="es-MX"/>
        </a:p>
      </dgm:t>
    </dgm:pt>
    <dgm:pt modelId="{90AE7A56-B872-49FE-80D7-F0CA33BCE840}" type="sibTrans" cxnId="{03770A6E-7403-40D2-B2FE-FD0123A94070}">
      <dgm:prSet/>
      <dgm:spPr/>
      <dgm:t>
        <a:bodyPr/>
        <a:lstStyle/>
        <a:p>
          <a:endParaRPr lang="es-MX"/>
        </a:p>
      </dgm:t>
    </dgm:pt>
    <dgm:pt modelId="{9AD7B8CA-D181-4398-B239-3124DCE50848}" type="pres">
      <dgm:prSet presAssocID="{08791E08-C2A3-40E0-B012-56A241DF60D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CABB471D-D325-41C1-90DE-A0809CD420DE}" type="pres">
      <dgm:prSet presAssocID="{12DCC3BD-1935-45D0-A8F7-0513BC6670BD}" presName="composite" presStyleCnt="0"/>
      <dgm:spPr/>
    </dgm:pt>
    <dgm:pt modelId="{C73420EE-4B6F-4F99-8B2C-CE4BFBE7B9DB}" type="pres">
      <dgm:prSet presAssocID="{12DCC3BD-1935-45D0-A8F7-0513BC6670BD}" presName="LShape" presStyleLbl="alignNode1" presStyleIdx="0" presStyleCnt="5"/>
      <dgm:spPr/>
    </dgm:pt>
    <dgm:pt modelId="{0C3D7806-E88E-4454-A951-B50BC7EA21FA}" type="pres">
      <dgm:prSet presAssocID="{12DCC3BD-1935-45D0-A8F7-0513BC6670BD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D13E478-17B7-43C6-AA7E-6A7210ECD5C2}" type="pres">
      <dgm:prSet presAssocID="{12DCC3BD-1935-45D0-A8F7-0513BC6670BD}" presName="Triangle" presStyleLbl="alignNode1" presStyleIdx="1" presStyleCnt="5"/>
      <dgm:spPr/>
    </dgm:pt>
    <dgm:pt modelId="{8467AB6B-C2DF-45DC-9E8F-8B14583CB9D4}" type="pres">
      <dgm:prSet presAssocID="{3D033AB7-1A75-40F0-98CA-4B2355B8C92D}" presName="sibTrans" presStyleCnt="0"/>
      <dgm:spPr/>
    </dgm:pt>
    <dgm:pt modelId="{F438391F-7131-493C-AFBB-2AB9B5026316}" type="pres">
      <dgm:prSet presAssocID="{3D033AB7-1A75-40F0-98CA-4B2355B8C92D}" presName="space" presStyleCnt="0"/>
      <dgm:spPr/>
    </dgm:pt>
    <dgm:pt modelId="{5AB68748-ECAF-44F3-9B14-3ED24D06DB67}" type="pres">
      <dgm:prSet presAssocID="{E96E5538-21EC-49CD-A548-197126C91309}" presName="composite" presStyleCnt="0"/>
      <dgm:spPr/>
    </dgm:pt>
    <dgm:pt modelId="{121A67FB-3AA1-4A90-A72B-7494BDFA1F6C}" type="pres">
      <dgm:prSet presAssocID="{E96E5538-21EC-49CD-A548-197126C91309}" presName="LShape" presStyleLbl="alignNode1" presStyleIdx="2" presStyleCnt="5"/>
      <dgm:spPr/>
    </dgm:pt>
    <dgm:pt modelId="{D2500B6F-46B5-4554-AA62-5A9FF7DB4CC3}" type="pres">
      <dgm:prSet presAssocID="{E96E5538-21EC-49CD-A548-197126C91309}" presName="ParentText" presStyleLbl="revTx" presStyleIdx="1" presStyleCnt="3" custScaleX="143399" custLinFactNeighborX="17618" custLinFactNeighborY="-473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EEC7729-8897-49B0-95E3-C08DA2DDBC48}" type="pres">
      <dgm:prSet presAssocID="{E96E5538-21EC-49CD-A548-197126C91309}" presName="Triangle" presStyleLbl="alignNode1" presStyleIdx="3" presStyleCnt="5"/>
      <dgm:spPr/>
    </dgm:pt>
    <dgm:pt modelId="{6ED177D1-D38B-457F-B846-D527D5BDB60F}" type="pres">
      <dgm:prSet presAssocID="{59F711F0-311F-464F-8E0F-8A2BBAF7E00C}" presName="sibTrans" presStyleCnt="0"/>
      <dgm:spPr/>
    </dgm:pt>
    <dgm:pt modelId="{2090FC1A-848B-4DA1-B9D0-065B422A1BEF}" type="pres">
      <dgm:prSet presAssocID="{59F711F0-311F-464F-8E0F-8A2BBAF7E00C}" presName="space" presStyleCnt="0"/>
      <dgm:spPr/>
    </dgm:pt>
    <dgm:pt modelId="{C142EBCA-2132-4115-88C3-A047F3A63769}" type="pres">
      <dgm:prSet presAssocID="{14E22D0D-41F3-43CA-B1F9-81CDB10A709B}" presName="composite" presStyleCnt="0"/>
      <dgm:spPr/>
    </dgm:pt>
    <dgm:pt modelId="{359E7676-2409-4BBC-AFE0-C3B83D8D78A4}" type="pres">
      <dgm:prSet presAssocID="{14E22D0D-41F3-43CA-B1F9-81CDB10A709B}" presName="LShape" presStyleLbl="alignNode1" presStyleIdx="4" presStyleCnt="5" custLinFactNeighborX="16642"/>
      <dgm:spPr/>
    </dgm:pt>
    <dgm:pt modelId="{3B2FADF3-C86F-4BC4-9821-B69A77DA616C}" type="pres">
      <dgm:prSet presAssocID="{14E22D0D-41F3-43CA-B1F9-81CDB10A709B}" presName="ParentText" presStyleLbl="revTx" presStyleIdx="2" presStyleCnt="3" custScaleX="79667" custLinFactNeighborX="12732" custLinFactNeighborY="-211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8A158BE-6BD9-2E49-821A-960440328089}" type="presOf" srcId="{12DCC3BD-1935-45D0-A8F7-0513BC6670BD}" destId="{0C3D7806-E88E-4454-A951-B50BC7EA21FA}" srcOrd="0" destOrd="0" presId="urn:microsoft.com/office/officeart/2009/3/layout/StepUpProcess"/>
    <dgm:cxn modelId="{BCFA9DC5-345D-7B4B-A8C8-A2B89B3CB384}" type="presOf" srcId="{14E22D0D-41F3-43CA-B1F9-81CDB10A709B}" destId="{3B2FADF3-C86F-4BC4-9821-B69A77DA616C}" srcOrd="0" destOrd="0" presId="urn:microsoft.com/office/officeart/2009/3/layout/StepUpProcess"/>
    <dgm:cxn modelId="{95F0D932-A085-4DA7-B562-2A78A569A994}" srcId="{08791E08-C2A3-40E0-B012-56A241DF60D3}" destId="{E96E5538-21EC-49CD-A548-197126C91309}" srcOrd="1" destOrd="0" parTransId="{0719FA5A-F609-4326-A5FB-B4C46E639366}" sibTransId="{59F711F0-311F-464F-8E0F-8A2BBAF7E00C}"/>
    <dgm:cxn modelId="{A876EBDB-2A78-454F-B5EA-E41C897764FF}" type="presOf" srcId="{E96E5538-21EC-49CD-A548-197126C91309}" destId="{D2500B6F-46B5-4554-AA62-5A9FF7DB4CC3}" srcOrd="0" destOrd="0" presId="urn:microsoft.com/office/officeart/2009/3/layout/StepUpProcess"/>
    <dgm:cxn modelId="{E3D48D39-BF81-504D-A3F4-4E9524E5094E}" type="presOf" srcId="{08791E08-C2A3-40E0-B012-56A241DF60D3}" destId="{9AD7B8CA-D181-4398-B239-3124DCE50848}" srcOrd="0" destOrd="0" presId="urn:microsoft.com/office/officeart/2009/3/layout/StepUpProcess"/>
    <dgm:cxn modelId="{66FA1902-8E94-410F-9AEE-41A98C7C0059}" srcId="{08791E08-C2A3-40E0-B012-56A241DF60D3}" destId="{12DCC3BD-1935-45D0-A8F7-0513BC6670BD}" srcOrd="0" destOrd="0" parTransId="{3DE69B60-4CFF-4BF1-8F38-6913B8F8E463}" sibTransId="{3D033AB7-1A75-40F0-98CA-4B2355B8C92D}"/>
    <dgm:cxn modelId="{03770A6E-7403-40D2-B2FE-FD0123A94070}" srcId="{08791E08-C2A3-40E0-B012-56A241DF60D3}" destId="{14E22D0D-41F3-43CA-B1F9-81CDB10A709B}" srcOrd="2" destOrd="0" parTransId="{F3AF746C-0941-4BCD-83D5-036A83EC6FD2}" sibTransId="{90AE7A56-B872-49FE-80D7-F0CA33BCE840}"/>
    <dgm:cxn modelId="{7EAB33D0-C56D-3643-81E6-9B520AEA1BD3}" type="presParOf" srcId="{9AD7B8CA-D181-4398-B239-3124DCE50848}" destId="{CABB471D-D325-41C1-90DE-A0809CD420DE}" srcOrd="0" destOrd="0" presId="urn:microsoft.com/office/officeart/2009/3/layout/StepUpProcess"/>
    <dgm:cxn modelId="{58B78F25-0D3A-0B43-96AC-C6AC256A4577}" type="presParOf" srcId="{CABB471D-D325-41C1-90DE-A0809CD420DE}" destId="{C73420EE-4B6F-4F99-8B2C-CE4BFBE7B9DB}" srcOrd="0" destOrd="0" presId="urn:microsoft.com/office/officeart/2009/3/layout/StepUpProcess"/>
    <dgm:cxn modelId="{FC467F3E-81D2-D048-9866-4D76CF62032E}" type="presParOf" srcId="{CABB471D-D325-41C1-90DE-A0809CD420DE}" destId="{0C3D7806-E88E-4454-A951-B50BC7EA21FA}" srcOrd="1" destOrd="0" presId="urn:microsoft.com/office/officeart/2009/3/layout/StepUpProcess"/>
    <dgm:cxn modelId="{4A4336CF-B467-9244-B351-1C2DB37E6D74}" type="presParOf" srcId="{CABB471D-D325-41C1-90DE-A0809CD420DE}" destId="{5D13E478-17B7-43C6-AA7E-6A7210ECD5C2}" srcOrd="2" destOrd="0" presId="urn:microsoft.com/office/officeart/2009/3/layout/StepUpProcess"/>
    <dgm:cxn modelId="{CD55FA51-A3F2-B645-BAD6-AE0C07115B19}" type="presParOf" srcId="{9AD7B8CA-D181-4398-B239-3124DCE50848}" destId="{8467AB6B-C2DF-45DC-9E8F-8B14583CB9D4}" srcOrd="1" destOrd="0" presId="urn:microsoft.com/office/officeart/2009/3/layout/StepUpProcess"/>
    <dgm:cxn modelId="{73952D28-0D6E-4848-BFC9-30166206BDDE}" type="presParOf" srcId="{8467AB6B-C2DF-45DC-9E8F-8B14583CB9D4}" destId="{F438391F-7131-493C-AFBB-2AB9B5026316}" srcOrd="0" destOrd="0" presId="urn:microsoft.com/office/officeart/2009/3/layout/StepUpProcess"/>
    <dgm:cxn modelId="{0627FB1A-F8F5-DE43-A632-0359C2ADBACA}" type="presParOf" srcId="{9AD7B8CA-D181-4398-B239-3124DCE50848}" destId="{5AB68748-ECAF-44F3-9B14-3ED24D06DB67}" srcOrd="2" destOrd="0" presId="urn:microsoft.com/office/officeart/2009/3/layout/StepUpProcess"/>
    <dgm:cxn modelId="{E8E5F33F-53BB-2C4E-B623-2EFE3DF4283B}" type="presParOf" srcId="{5AB68748-ECAF-44F3-9B14-3ED24D06DB67}" destId="{121A67FB-3AA1-4A90-A72B-7494BDFA1F6C}" srcOrd="0" destOrd="0" presId="urn:microsoft.com/office/officeart/2009/3/layout/StepUpProcess"/>
    <dgm:cxn modelId="{A1AB127C-F6CB-D941-9D3C-155867AACBF5}" type="presParOf" srcId="{5AB68748-ECAF-44F3-9B14-3ED24D06DB67}" destId="{D2500B6F-46B5-4554-AA62-5A9FF7DB4CC3}" srcOrd="1" destOrd="0" presId="urn:microsoft.com/office/officeart/2009/3/layout/StepUpProcess"/>
    <dgm:cxn modelId="{077ACC16-BCD1-5C44-B5A0-FAD6E6E8AD17}" type="presParOf" srcId="{5AB68748-ECAF-44F3-9B14-3ED24D06DB67}" destId="{3EEC7729-8897-49B0-95E3-C08DA2DDBC48}" srcOrd="2" destOrd="0" presId="urn:microsoft.com/office/officeart/2009/3/layout/StepUpProcess"/>
    <dgm:cxn modelId="{ADF17C7F-D3BE-1D45-8D96-CB03DBADBD34}" type="presParOf" srcId="{9AD7B8CA-D181-4398-B239-3124DCE50848}" destId="{6ED177D1-D38B-457F-B846-D527D5BDB60F}" srcOrd="3" destOrd="0" presId="urn:microsoft.com/office/officeart/2009/3/layout/StepUpProcess"/>
    <dgm:cxn modelId="{B6C364CA-776E-E44E-B51D-63295D988B8D}" type="presParOf" srcId="{6ED177D1-D38B-457F-B846-D527D5BDB60F}" destId="{2090FC1A-848B-4DA1-B9D0-065B422A1BEF}" srcOrd="0" destOrd="0" presId="urn:microsoft.com/office/officeart/2009/3/layout/StepUpProcess"/>
    <dgm:cxn modelId="{9AF63D13-09AD-7F47-A187-1DCF27267E97}" type="presParOf" srcId="{9AD7B8CA-D181-4398-B239-3124DCE50848}" destId="{C142EBCA-2132-4115-88C3-A047F3A63769}" srcOrd="4" destOrd="0" presId="urn:microsoft.com/office/officeart/2009/3/layout/StepUpProcess"/>
    <dgm:cxn modelId="{0C43665B-0AA2-B843-BB1B-F1A71589515A}" type="presParOf" srcId="{C142EBCA-2132-4115-88C3-A047F3A63769}" destId="{359E7676-2409-4BBC-AFE0-C3B83D8D78A4}" srcOrd="0" destOrd="0" presId="urn:microsoft.com/office/officeart/2009/3/layout/StepUpProcess"/>
    <dgm:cxn modelId="{C7E8E175-543E-1A4A-B32B-7AAB6BEF0774}" type="presParOf" srcId="{C142EBCA-2132-4115-88C3-A047F3A63769}" destId="{3B2FADF3-C86F-4BC4-9821-B69A77DA616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12B780-46C1-47AC-8404-540833377F92}" type="doc">
      <dgm:prSet loTypeId="urn:microsoft.com/office/officeart/2005/8/layout/vList2" loCatId="list" qsTypeId="urn:microsoft.com/office/officeart/2005/8/quickstyle/simple1" qsCatId="simple" csTypeId="urn:microsoft.com/office/officeart/2005/8/colors/accent1_2#4" csCatId="accent1" phldr="1"/>
      <dgm:spPr/>
      <dgm:t>
        <a:bodyPr/>
        <a:lstStyle/>
        <a:p>
          <a:endParaRPr lang="es-MX"/>
        </a:p>
      </dgm:t>
    </dgm:pt>
    <dgm:pt modelId="{EB541676-F6F4-4B1A-9171-6E6A7BFE80C2}">
      <dgm:prSet phldrT="[Texto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s-ES_tradnl" sz="2800" b="1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Membresía Individual 		$ </a:t>
          </a:r>
          <a:r>
            <a:rPr lang="es-ES_tradnl" sz="2800" b="1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1,915.00</a:t>
          </a:r>
          <a:endParaRPr lang="es-MX" sz="2800" dirty="0">
            <a:solidFill>
              <a:schemeClr val="bg2">
                <a:lumMod val="10000"/>
              </a:schemeClr>
            </a:solidFill>
          </a:endParaRPr>
        </a:p>
      </dgm:t>
    </dgm:pt>
    <dgm:pt modelId="{678E983B-9C80-4E42-871E-7634CB52D495}" type="parTrans" cxnId="{C98423AA-E914-4BF8-9359-04D5F152FB9C}">
      <dgm:prSet/>
      <dgm:spPr/>
      <dgm:t>
        <a:bodyPr/>
        <a:lstStyle/>
        <a:p>
          <a:endParaRPr lang="es-MX"/>
        </a:p>
      </dgm:t>
    </dgm:pt>
    <dgm:pt modelId="{5C091127-43BB-403D-A7BE-CD8272AEC6B7}" type="sibTrans" cxnId="{C98423AA-E914-4BF8-9359-04D5F152FB9C}">
      <dgm:prSet/>
      <dgm:spPr/>
      <dgm:t>
        <a:bodyPr/>
        <a:lstStyle/>
        <a:p>
          <a:endParaRPr lang="es-MX"/>
        </a:p>
      </dgm:t>
    </dgm:pt>
    <dgm:pt modelId="{B19F86A0-E1A8-47C9-86C3-EEBA07CA9D74}">
      <dgm:prSet phldrT="[Texto]" custT="1"/>
      <dgm:spPr/>
      <dgm:t>
        <a:bodyPr/>
        <a:lstStyle/>
        <a:p>
          <a:r>
            <a:rPr lang="es-MX" sz="2000" dirty="0">
              <a:solidFill>
                <a:schemeClr val="bg2">
                  <a:lumMod val="10000"/>
                </a:schemeClr>
              </a:solidFill>
            </a:rPr>
            <a:t>Una sola persona</a:t>
          </a:r>
        </a:p>
      </dgm:t>
    </dgm:pt>
    <dgm:pt modelId="{799710C9-07B4-4618-AE5B-DDB34B01D12C}" type="parTrans" cxnId="{33A84C8B-E2BF-476B-9A44-DCF4BF57C711}">
      <dgm:prSet/>
      <dgm:spPr/>
      <dgm:t>
        <a:bodyPr/>
        <a:lstStyle/>
        <a:p>
          <a:endParaRPr lang="es-MX"/>
        </a:p>
      </dgm:t>
    </dgm:pt>
    <dgm:pt modelId="{D88C5DAE-B278-4BDA-8300-C42A7A71F756}" type="sibTrans" cxnId="{33A84C8B-E2BF-476B-9A44-DCF4BF57C711}">
      <dgm:prSet/>
      <dgm:spPr/>
      <dgm:t>
        <a:bodyPr/>
        <a:lstStyle/>
        <a:p>
          <a:endParaRPr lang="es-MX"/>
        </a:p>
      </dgm:t>
    </dgm:pt>
    <dgm:pt modelId="{ECE7223D-BA8C-48C5-B095-A4702298DBF2}">
      <dgm:prSet phldrT="[Texto]" custT="1"/>
      <dgm:spPr>
        <a:solidFill>
          <a:schemeClr val="tx1">
            <a:lumMod val="20000"/>
            <a:lumOff val="80000"/>
          </a:schemeClr>
        </a:solidFill>
      </dgm:spPr>
      <dgm:t>
        <a:bodyPr/>
        <a:lstStyle/>
        <a:p>
          <a:r>
            <a:rPr lang="es-ES_tradnl" sz="2800" b="1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Membresía Familiar		$ </a:t>
          </a:r>
          <a:r>
            <a:rPr lang="es-ES_tradnl" sz="2800" b="1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3,220.00</a:t>
          </a:r>
          <a:endParaRPr lang="es-MX" sz="2800" dirty="0">
            <a:solidFill>
              <a:schemeClr val="bg2">
                <a:lumMod val="10000"/>
              </a:schemeClr>
            </a:solidFill>
          </a:endParaRPr>
        </a:p>
      </dgm:t>
    </dgm:pt>
    <dgm:pt modelId="{0A9425F0-2618-41D5-81C4-8EDB125E2B35}" type="parTrans" cxnId="{AC94F1D2-3C33-4BD5-8C9D-F81E94C2AC14}">
      <dgm:prSet/>
      <dgm:spPr/>
      <dgm:t>
        <a:bodyPr/>
        <a:lstStyle/>
        <a:p>
          <a:endParaRPr lang="es-MX"/>
        </a:p>
      </dgm:t>
    </dgm:pt>
    <dgm:pt modelId="{4D1C9793-39E7-4079-AAC3-302325FACFCC}" type="sibTrans" cxnId="{AC94F1D2-3C33-4BD5-8C9D-F81E94C2AC14}">
      <dgm:prSet/>
      <dgm:spPr/>
      <dgm:t>
        <a:bodyPr/>
        <a:lstStyle/>
        <a:p>
          <a:endParaRPr lang="es-MX"/>
        </a:p>
      </dgm:t>
    </dgm:pt>
    <dgm:pt modelId="{38F96EAB-2AC1-4AC8-A71E-D1ACEAD6A2A2}">
      <dgm:prSet phldrT="[Texto]" custT="1"/>
      <dgm:spPr/>
      <dgm:t>
        <a:bodyPr/>
        <a:lstStyle/>
        <a:p>
          <a:r>
            <a:rPr lang="es-MX" sz="2000" dirty="0">
              <a:solidFill>
                <a:schemeClr val="bg2">
                  <a:lumMod val="10000"/>
                </a:schemeClr>
              </a:solidFill>
            </a:rPr>
            <a:t>Padre, Madre y hasta 4 hijos menores a 30 años solteros.</a:t>
          </a:r>
        </a:p>
      </dgm:t>
    </dgm:pt>
    <dgm:pt modelId="{5E974719-9D56-4719-B6CE-56E00F3133E8}" type="parTrans" cxnId="{06504242-2674-4712-8072-84CD36B1673A}">
      <dgm:prSet/>
      <dgm:spPr/>
      <dgm:t>
        <a:bodyPr/>
        <a:lstStyle/>
        <a:p>
          <a:endParaRPr lang="es-MX"/>
        </a:p>
      </dgm:t>
    </dgm:pt>
    <dgm:pt modelId="{DF582928-F286-470D-8359-8D72AB359598}" type="sibTrans" cxnId="{06504242-2674-4712-8072-84CD36B1673A}">
      <dgm:prSet/>
      <dgm:spPr/>
      <dgm:t>
        <a:bodyPr/>
        <a:lstStyle/>
        <a:p>
          <a:endParaRPr lang="es-MX"/>
        </a:p>
      </dgm:t>
    </dgm:pt>
    <dgm:pt modelId="{518B5B34-77DB-4C65-A64C-A96D85FAA79F}">
      <dgm:prSet phldrT="[Texto]" custT="1"/>
      <dgm:spPr/>
      <dgm:t>
        <a:bodyPr/>
        <a:lstStyle/>
        <a:p>
          <a:endParaRPr lang="es-MX" sz="2000" dirty="0">
            <a:solidFill>
              <a:schemeClr val="bg2">
                <a:lumMod val="10000"/>
              </a:schemeClr>
            </a:solidFill>
          </a:endParaRPr>
        </a:p>
      </dgm:t>
    </dgm:pt>
    <dgm:pt modelId="{ED459B09-FDF5-4E08-A789-09C0A8D89A54}" type="parTrans" cxnId="{216F924E-30D0-4389-AEF2-35FD4851EE52}">
      <dgm:prSet/>
      <dgm:spPr/>
      <dgm:t>
        <a:bodyPr/>
        <a:lstStyle/>
        <a:p>
          <a:endParaRPr lang="es-MX"/>
        </a:p>
      </dgm:t>
    </dgm:pt>
    <dgm:pt modelId="{B939D7A0-4AFE-4572-A832-087114C9A9CB}" type="sibTrans" cxnId="{216F924E-30D0-4389-AEF2-35FD4851EE52}">
      <dgm:prSet/>
      <dgm:spPr/>
      <dgm:t>
        <a:bodyPr/>
        <a:lstStyle/>
        <a:p>
          <a:endParaRPr lang="es-MX"/>
        </a:p>
      </dgm:t>
    </dgm:pt>
    <dgm:pt modelId="{EFDF9867-C5F0-4444-81DC-614DA5907553}">
      <dgm:prSet phldrT="[Texto]" custT="1"/>
      <dgm:spPr>
        <a:solidFill>
          <a:schemeClr val="tx1">
            <a:lumMod val="20000"/>
            <a:lumOff val="80000"/>
          </a:schemeClr>
        </a:solidFill>
      </dgm:spPr>
      <dgm:t>
        <a:bodyPr/>
        <a:lstStyle/>
        <a:p>
          <a:r>
            <a:rPr lang="es-ES_tradnl" sz="2800" b="1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Adicional			$    </a:t>
          </a:r>
          <a:r>
            <a:rPr lang="es-ES_tradnl" sz="2800" b="1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650.00</a:t>
          </a:r>
          <a:endParaRPr lang="es-MX" sz="2800" dirty="0">
            <a:solidFill>
              <a:schemeClr val="bg2">
                <a:lumMod val="10000"/>
              </a:schemeClr>
            </a:solidFill>
          </a:endParaRPr>
        </a:p>
      </dgm:t>
    </dgm:pt>
    <dgm:pt modelId="{4BA1B29A-02EE-FA4D-93F9-AA503C3BA577}" type="parTrans" cxnId="{39A07781-BB60-C74B-9194-589928D616C5}">
      <dgm:prSet/>
      <dgm:spPr/>
      <dgm:t>
        <a:bodyPr/>
        <a:lstStyle/>
        <a:p>
          <a:endParaRPr lang="es-ES_tradnl"/>
        </a:p>
      </dgm:t>
    </dgm:pt>
    <dgm:pt modelId="{F3ABF1B2-A774-4E47-8604-190196FA4E1D}" type="sibTrans" cxnId="{39A07781-BB60-C74B-9194-589928D616C5}">
      <dgm:prSet/>
      <dgm:spPr/>
      <dgm:t>
        <a:bodyPr/>
        <a:lstStyle/>
        <a:p>
          <a:endParaRPr lang="es-ES_tradnl"/>
        </a:p>
      </dgm:t>
    </dgm:pt>
    <dgm:pt modelId="{CDD492F1-45CC-6B4D-9FF0-AFEEBBB952A2}">
      <dgm:prSet phldrT="[Texto]" custT="1"/>
      <dgm:spPr/>
      <dgm:t>
        <a:bodyPr/>
        <a:lstStyle/>
        <a:p>
          <a:r>
            <a:rPr lang="es-MX" sz="1600" dirty="0">
              <a:solidFill>
                <a:schemeClr val="bg2">
                  <a:lumMod val="10000"/>
                </a:schemeClr>
              </a:solidFill>
            </a:rPr>
            <a:t>En la compra de la Familiar puede agregar hasta dos personas cada una con el costo indicado, pueden ser abuelos paternos, maternos, nietos, sobrinos.</a:t>
          </a:r>
        </a:p>
      </dgm:t>
    </dgm:pt>
    <dgm:pt modelId="{02BECF90-E155-F64B-B085-565002E6D512}" type="parTrans" cxnId="{0B84C9F2-9D89-EB44-8F65-E8B8F28E87C3}">
      <dgm:prSet/>
      <dgm:spPr/>
      <dgm:t>
        <a:bodyPr/>
        <a:lstStyle/>
        <a:p>
          <a:endParaRPr lang="es-ES_tradnl"/>
        </a:p>
      </dgm:t>
    </dgm:pt>
    <dgm:pt modelId="{EA15ED18-870C-DC41-B3E5-7C735A73D499}" type="sibTrans" cxnId="{0B84C9F2-9D89-EB44-8F65-E8B8F28E87C3}">
      <dgm:prSet/>
      <dgm:spPr/>
      <dgm:t>
        <a:bodyPr/>
        <a:lstStyle/>
        <a:p>
          <a:endParaRPr lang="es-ES_tradnl"/>
        </a:p>
      </dgm:t>
    </dgm:pt>
    <dgm:pt modelId="{8BE73969-8368-4C8F-9939-1F4C1F3503FB}" type="pres">
      <dgm:prSet presAssocID="{7912B780-46C1-47AC-8404-540833377F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DD74AAC-436A-44B8-AED7-9F1249829A55}" type="pres">
      <dgm:prSet presAssocID="{EB541676-F6F4-4B1A-9171-6E6A7BFE80C2}" presName="parentText" presStyleLbl="node1" presStyleIdx="0" presStyleCnt="3" custScaleY="69702" custLinFactNeighborX="-32408" custLinFactNeighborY="-1397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8939237-765F-4588-BC92-8BEE28029563}" type="pres">
      <dgm:prSet presAssocID="{EB541676-F6F4-4B1A-9171-6E6A7BFE80C2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7328ACA-75DC-4BC9-891A-CC3815C7569A}" type="pres">
      <dgm:prSet presAssocID="{ECE7223D-BA8C-48C5-B095-A4702298DBF2}" presName="parentText" presStyleLbl="node1" presStyleIdx="1" presStyleCnt="3" custScaleY="62767" custLinFactNeighborY="-343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49EB7A0-7593-4B58-8402-B5E7C5AC33BE}" type="pres">
      <dgm:prSet presAssocID="{ECE7223D-BA8C-48C5-B095-A4702298DBF2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916DF52-93AC-5041-87F3-12E2FFDEFDDA}" type="pres">
      <dgm:prSet presAssocID="{EFDF9867-C5F0-4444-81DC-614DA5907553}" presName="parentText" presStyleLbl="node1" presStyleIdx="2" presStyleCnt="3" custScaleX="90030" custScaleY="44982" custLinFactNeighborX="-18505" custLinFactNeighborY="-1102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C0B74D9-641C-E44C-96E0-4AB53035115D}" type="pres">
      <dgm:prSet presAssocID="{EFDF9867-C5F0-4444-81DC-614DA5907553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22AE9D9-C167-F842-B4A2-1F9303EEFEB0}" type="presOf" srcId="{B19F86A0-E1A8-47C9-86C3-EEBA07CA9D74}" destId="{E8939237-765F-4588-BC92-8BEE28029563}" srcOrd="0" destOrd="0" presId="urn:microsoft.com/office/officeart/2005/8/layout/vList2"/>
    <dgm:cxn modelId="{941E4631-FB9D-BA45-B24C-235813BBCCCB}" type="presOf" srcId="{38F96EAB-2AC1-4AC8-A71E-D1ACEAD6A2A2}" destId="{B49EB7A0-7593-4B58-8402-B5E7C5AC33BE}" srcOrd="0" destOrd="0" presId="urn:microsoft.com/office/officeart/2005/8/layout/vList2"/>
    <dgm:cxn modelId="{C98423AA-E914-4BF8-9359-04D5F152FB9C}" srcId="{7912B780-46C1-47AC-8404-540833377F92}" destId="{EB541676-F6F4-4B1A-9171-6E6A7BFE80C2}" srcOrd="0" destOrd="0" parTransId="{678E983B-9C80-4E42-871E-7634CB52D495}" sibTransId="{5C091127-43BB-403D-A7BE-CD8272AEC6B7}"/>
    <dgm:cxn modelId="{216F924E-30D0-4389-AEF2-35FD4851EE52}" srcId="{EB541676-F6F4-4B1A-9171-6E6A7BFE80C2}" destId="{518B5B34-77DB-4C65-A64C-A96D85FAA79F}" srcOrd="1" destOrd="0" parTransId="{ED459B09-FDF5-4E08-A789-09C0A8D89A54}" sibTransId="{B939D7A0-4AFE-4572-A832-087114C9A9CB}"/>
    <dgm:cxn modelId="{285D4B42-5CBB-2A42-84CD-7D2E48BE3D97}" type="presOf" srcId="{CDD492F1-45CC-6B4D-9FF0-AFEEBBB952A2}" destId="{1C0B74D9-641C-E44C-96E0-4AB53035115D}" srcOrd="0" destOrd="0" presId="urn:microsoft.com/office/officeart/2005/8/layout/vList2"/>
    <dgm:cxn modelId="{922738C4-F048-CC4D-8CA1-621ED3D8A847}" type="presOf" srcId="{ECE7223D-BA8C-48C5-B095-A4702298DBF2}" destId="{97328ACA-75DC-4BC9-891A-CC3815C7569A}" srcOrd="0" destOrd="0" presId="urn:microsoft.com/office/officeart/2005/8/layout/vList2"/>
    <dgm:cxn modelId="{AC94F1D2-3C33-4BD5-8C9D-F81E94C2AC14}" srcId="{7912B780-46C1-47AC-8404-540833377F92}" destId="{ECE7223D-BA8C-48C5-B095-A4702298DBF2}" srcOrd="1" destOrd="0" parTransId="{0A9425F0-2618-41D5-81C4-8EDB125E2B35}" sibTransId="{4D1C9793-39E7-4079-AAC3-302325FACFCC}"/>
    <dgm:cxn modelId="{57A9D5D1-1389-EC46-95C2-3A7E3A14F90D}" type="presOf" srcId="{EB541676-F6F4-4B1A-9171-6E6A7BFE80C2}" destId="{3DD74AAC-436A-44B8-AED7-9F1249829A55}" srcOrd="0" destOrd="0" presId="urn:microsoft.com/office/officeart/2005/8/layout/vList2"/>
    <dgm:cxn modelId="{0B84C9F2-9D89-EB44-8F65-E8B8F28E87C3}" srcId="{EFDF9867-C5F0-4444-81DC-614DA5907553}" destId="{CDD492F1-45CC-6B4D-9FF0-AFEEBBB952A2}" srcOrd="0" destOrd="0" parTransId="{02BECF90-E155-F64B-B085-565002E6D512}" sibTransId="{EA15ED18-870C-DC41-B3E5-7C735A73D499}"/>
    <dgm:cxn modelId="{DE515A97-CC5C-DF49-933B-826344F57444}" type="presOf" srcId="{7912B780-46C1-47AC-8404-540833377F92}" destId="{8BE73969-8368-4C8F-9939-1F4C1F3503FB}" srcOrd="0" destOrd="0" presId="urn:microsoft.com/office/officeart/2005/8/layout/vList2"/>
    <dgm:cxn modelId="{F6C0DFA9-1FE0-0B41-B330-218B9F0F7BED}" type="presOf" srcId="{EFDF9867-C5F0-4444-81DC-614DA5907553}" destId="{2916DF52-93AC-5041-87F3-12E2FFDEFDDA}" srcOrd="0" destOrd="0" presId="urn:microsoft.com/office/officeart/2005/8/layout/vList2"/>
    <dgm:cxn modelId="{39A07781-BB60-C74B-9194-589928D616C5}" srcId="{7912B780-46C1-47AC-8404-540833377F92}" destId="{EFDF9867-C5F0-4444-81DC-614DA5907553}" srcOrd="2" destOrd="0" parTransId="{4BA1B29A-02EE-FA4D-93F9-AA503C3BA577}" sibTransId="{F3ABF1B2-A774-4E47-8604-190196FA4E1D}"/>
    <dgm:cxn modelId="{3A0D433F-70D7-8241-A632-D4964CC11EBF}" type="presOf" srcId="{518B5B34-77DB-4C65-A64C-A96D85FAA79F}" destId="{E8939237-765F-4588-BC92-8BEE28029563}" srcOrd="0" destOrd="1" presId="urn:microsoft.com/office/officeart/2005/8/layout/vList2"/>
    <dgm:cxn modelId="{06504242-2674-4712-8072-84CD36B1673A}" srcId="{ECE7223D-BA8C-48C5-B095-A4702298DBF2}" destId="{38F96EAB-2AC1-4AC8-A71E-D1ACEAD6A2A2}" srcOrd="0" destOrd="0" parTransId="{5E974719-9D56-4719-B6CE-56E00F3133E8}" sibTransId="{DF582928-F286-470D-8359-8D72AB359598}"/>
    <dgm:cxn modelId="{33A84C8B-E2BF-476B-9A44-DCF4BF57C711}" srcId="{EB541676-F6F4-4B1A-9171-6E6A7BFE80C2}" destId="{B19F86A0-E1A8-47C9-86C3-EEBA07CA9D74}" srcOrd="0" destOrd="0" parTransId="{799710C9-07B4-4618-AE5B-DDB34B01D12C}" sibTransId="{D88C5DAE-B278-4BDA-8300-C42A7A71F756}"/>
    <dgm:cxn modelId="{43395535-2488-A14E-806A-7F909E700405}" type="presParOf" srcId="{8BE73969-8368-4C8F-9939-1F4C1F3503FB}" destId="{3DD74AAC-436A-44B8-AED7-9F1249829A55}" srcOrd="0" destOrd="0" presId="urn:microsoft.com/office/officeart/2005/8/layout/vList2"/>
    <dgm:cxn modelId="{6414405A-A5DF-2F48-A7CB-D20C69D1C0E8}" type="presParOf" srcId="{8BE73969-8368-4C8F-9939-1F4C1F3503FB}" destId="{E8939237-765F-4588-BC92-8BEE28029563}" srcOrd="1" destOrd="0" presId="urn:microsoft.com/office/officeart/2005/8/layout/vList2"/>
    <dgm:cxn modelId="{33CED81D-74BF-7346-9444-F285DC33B7E8}" type="presParOf" srcId="{8BE73969-8368-4C8F-9939-1F4C1F3503FB}" destId="{97328ACA-75DC-4BC9-891A-CC3815C7569A}" srcOrd="2" destOrd="0" presId="urn:microsoft.com/office/officeart/2005/8/layout/vList2"/>
    <dgm:cxn modelId="{1DC042B8-AB13-5F43-975F-EAD3BABA7BCF}" type="presParOf" srcId="{8BE73969-8368-4C8F-9939-1F4C1F3503FB}" destId="{B49EB7A0-7593-4B58-8402-B5E7C5AC33BE}" srcOrd="3" destOrd="0" presId="urn:microsoft.com/office/officeart/2005/8/layout/vList2"/>
    <dgm:cxn modelId="{1E94165B-1054-1C42-BD7D-7906F76A6BDB}" type="presParOf" srcId="{8BE73969-8368-4C8F-9939-1F4C1F3503FB}" destId="{2916DF52-93AC-5041-87F3-12E2FFDEFDDA}" srcOrd="4" destOrd="0" presId="urn:microsoft.com/office/officeart/2005/8/layout/vList2"/>
    <dgm:cxn modelId="{A299E13D-AE17-6543-A141-8D0E426B73F9}" type="presParOf" srcId="{8BE73969-8368-4C8F-9939-1F4C1F3503FB}" destId="{1C0B74D9-641C-E44C-96E0-4AB53035115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EF0E6-A2F2-469B-92E6-497EB53D47D1}">
      <dsp:nvSpPr>
        <dsp:cNvPr id="0" name=""/>
        <dsp:cNvSpPr/>
      </dsp:nvSpPr>
      <dsp:spPr>
        <a:xfrm>
          <a:off x="0" y="0"/>
          <a:ext cx="6116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CFF4E-1D1D-4D53-8091-6882516CB86D}">
      <dsp:nvSpPr>
        <dsp:cNvPr id="0" name=""/>
        <dsp:cNvSpPr/>
      </dsp:nvSpPr>
      <dsp:spPr>
        <a:xfrm>
          <a:off x="0" y="0"/>
          <a:ext cx="2595812" cy="3762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kern="1200" dirty="0">
              <a:solidFill>
                <a:schemeClr val="accent1">
                  <a:lumMod val="75000"/>
                </a:schemeClr>
              </a:solidFill>
            </a:rPr>
            <a:t>Unidad de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kern="1200" dirty="0">
              <a:solidFill>
                <a:schemeClr val="accent1">
                  <a:lumMod val="75000"/>
                </a:schemeClr>
              </a:solidFill>
            </a:rPr>
            <a:t>Primer Contacto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kern="1200" dirty="0">
              <a:solidFill>
                <a:schemeClr val="accent1">
                  <a:lumMod val="75000"/>
                </a:schemeClr>
              </a:solidFill>
            </a:rPr>
            <a:t>Sin Costo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2400" b="1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0" y="0"/>
        <a:ext cx="2595812" cy="3762944"/>
      </dsp:txXfrm>
    </dsp:sp>
    <dsp:sp modelId="{D0B2ECA7-72D5-4CB8-A6A4-D2411EE13AC7}">
      <dsp:nvSpPr>
        <dsp:cNvPr id="0" name=""/>
        <dsp:cNvSpPr/>
      </dsp:nvSpPr>
      <dsp:spPr>
        <a:xfrm>
          <a:off x="2661754" y="29627"/>
          <a:ext cx="3450942" cy="592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>
              <a:solidFill>
                <a:srgbClr val="000000"/>
              </a:solidFill>
            </a:rPr>
            <a:t>MEDICO</a:t>
          </a:r>
          <a:r>
            <a:rPr lang="es-MX" sz="1600" kern="1200" baseline="0" dirty="0">
              <a:solidFill>
                <a:srgbClr val="000000"/>
              </a:solidFill>
            </a:rPr>
            <a:t> GENERAL</a:t>
          </a:r>
          <a:endParaRPr lang="es-MX" sz="1600" kern="1200" dirty="0">
            <a:solidFill>
              <a:srgbClr val="000000"/>
            </a:solidFill>
          </a:endParaRPr>
        </a:p>
      </dsp:txBody>
      <dsp:txXfrm>
        <a:off x="2661754" y="29627"/>
        <a:ext cx="3450942" cy="592553"/>
      </dsp:txXfrm>
    </dsp:sp>
    <dsp:sp modelId="{4BC1D05D-E873-475B-8F92-C53C30012ABA}">
      <dsp:nvSpPr>
        <dsp:cNvPr id="0" name=""/>
        <dsp:cNvSpPr/>
      </dsp:nvSpPr>
      <dsp:spPr>
        <a:xfrm>
          <a:off x="2595812" y="622181"/>
          <a:ext cx="3516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D81AC-84A8-4C1E-8133-065D2A9F0DD8}">
      <dsp:nvSpPr>
        <dsp:cNvPr id="0" name=""/>
        <dsp:cNvSpPr/>
      </dsp:nvSpPr>
      <dsp:spPr>
        <a:xfrm>
          <a:off x="2661754" y="651808"/>
          <a:ext cx="3450942" cy="592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>
              <a:solidFill>
                <a:srgbClr val="000000"/>
              </a:solidFill>
            </a:rPr>
            <a:t>MEDICO INTERNISTA</a:t>
          </a:r>
        </a:p>
      </dsp:txBody>
      <dsp:txXfrm>
        <a:off x="2661754" y="651808"/>
        <a:ext cx="3450942" cy="592553"/>
      </dsp:txXfrm>
    </dsp:sp>
    <dsp:sp modelId="{E2410241-2740-4252-B543-FDBA760A6F4D}">
      <dsp:nvSpPr>
        <dsp:cNvPr id="0" name=""/>
        <dsp:cNvSpPr/>
      </dsp:nvSpPr>
      <dsp:spPr>
        <a:xfrm>
          <a:off x="2595812" y="1244362"/>
          <a:ext cx="3516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3741B-8BC2-42D8-B090-41E570182170}">
      <dsp:nvSpPr>
        <dsp:cNvPr id="0" name=""/>
        <dsp:cNvSpPr/>
      </dsp:nvSpPr>
      <dsp:spPr>
        <a:xfrm>
          <a:off x="2661754" y="1273989"/>
          <a:ext cx="3450942" cy="592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>
              <a:solidFill>
                <a:srgbClr val="000000"/>
              </a:solidFill>
            </a:rPr>
            <a:t>PEDIATRIA</a:t>
          </a:r>
        </a:p>
      </dsp:txBody>
      <dsp:txXfrm>
        <a:off x="2661754" y="1273989"/>
        <a:ext cx="3450942" cy="592553"/>
      </dsp:txXfrm>
    </dsp:sp>
    <dsp:sp modelId="{2940852E-5E70-471B-8FC1-4389F1D021BF}">
      <dsp:nvSpPr>
        <dsp:cNvPr id="0" name=""/>
        <dsp:cNvSpPr/>
      </dsp:nvSpPr>
      <dsp:spPr>
        <a:xfrm>
          <a:off x="2595812" y="1866543"/>
          <a:ext cx="3516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B434B-0A70-47EC-A9DF-106746991C46}">
      <dsp:nvSpPr>
        <dsp:cNvPr id="0" name=""/>
        <dsp:cNvSpPr/>
      </dsp:nvSpPr>
      <dsp:spPr>
        <a:xfrm>
          <a:off x="2661754" y="1896171"/>
          <a:ext cx="3450942" cy="592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>
              <a:solidFill>
                <a:srgbClr val="000000"/>
              </a:solidFill>
            </a:rPr>
            <a:t>GINECOLOGIA *</a:t>
          </a:r>
        </a:p>
      </dsp:txBody>
      <dsp:txXfrm>
        <a:off x="2661754" y="1896171"/>
        <a:ext cx="3450942" cy="592553"/>
      </dsp:txXfrm>
    </dsp:sp>
    <dsp:sp modelId="{27693547-FF82-4E28-B7EC-352D2D9C8AAA}">
      <dsp:nvSpPr>
        <dsp:cNvPr id="0" name=""/>
        <dsp:cNvSpPr/>
      </dsp:nvSpPr>
      <dsp:spPr>
        <a:xfrm>
          <a:off x="2595812" y="2488724"/>
          <a:ext cx="3516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563A0-1CDE-45A9-A69B-6FF009BFEF40}">
      <dsp:nvSpPr>
        <dsp:cNvPr id="0" name=""/>
        <dsp:cNvSpPr/>
      </dsp:nvSpPr>
      <dsp:spPr>
        <a:xfrm>
          <a:off x="2661754" y="2518352"/>
          <a:ext cx="3450942" cy="592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>
              <a:solidFill>
                <a:srgbClr val="000000"/>
              </a:solidFill>
            </a:rPr>
            <a:t>NUTRICION</a:t>
          </a:r>
        </a:p>
      </dsp:txBody>
      <dsp:txXfrm>
        <a:off x="2661754" y="2518352"/>
        <a:ext cx="3450942" cy="592553"/>
      </dsp:txXfrm>
    </dsp:sp>
    <dsp:sp modelId="{EF512922-ABAA-4F5F-8470-97EA9EA7453D}">
      <dsp:nvSpPr>
        <dsp:cNvPr id="0" name=""/>
        <dsp:cNvSpPr/>
      </dsp:nvSpPr>
      <dsp:spPr>
        <a:xfrm>
          <a:off x="2595812" y="3110905"/>
          <a:ext cx="3516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9C0C3-02E9-4699-B997-6AFB75667F8C}">
      <dsp:nvSpPr>
        <dsp:cNvPr id="0" name=""/>
        <dsp:cNvSpPr/>
      </dsp:nvSpPr>
      <dsp:spPr>
        <a:xfrm>
          <a:off x="2661754" y="3140533"/>
          <a:ext cx="3450942" cy="592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>
              <a:solidFill>
                <a:srgbClr val="000000"/>
              </a:solidFill>
            </a:rPr>
            <a:t>DENTAL**			  (Diag., 1 Profilaxis y 2Rx. Sin costo)</a:t>
          </a:r>
        </a:p>
      </dsp:txBody>
      <dsp:txXfrm>
        <a:off x="2661754" y="3140533"/>
        <a:ext cx="3450942" cy="592553"/>
      </dsp:txXfrm>
    </dsp:sp>
    <dsp:sp modelId="{0069DCDC-ECE2-42FD-86AD-54E6CE71390E}">
      <dsp:nvSpPr>
        <dsp:cNvPr id="0" name=""/>
        <dsp:cNvSpPr/>
      </dsp:nvSpPr>
      <dsp:spPr>
        <a:xfrm>
          <a:off x="2595812" y="3733086"/>
          <a:ext cx="35168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74AAC-436A-44B8-AED7-9F1249829A55}">
      <dsp:nvSpPr>
        <dsp:cNvPr id="0" name=""/>
        <dsp:cNvSpPr/>
      </dsp:nvSpPr>
      <dsp:spPr>
        <a:xfrm>
          <a:off x="0" y="0"/>
          <a:ext cx="9062226" cy="691555"/>
        </a:xfrm>
        <a:prstGeom prst="roundRect">
          <a:avLst/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2400" b="1" kern="1200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Consulta de Segundo Nivel de Atención a $ </a:t>
          </a:r>
          <a:r>
            <a:rPr lang="es-ES_tradnl" sz="2400" b="1" kern="1200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400</a:t>
          </a:r>
          <a:endParaRPr lang="es-MX" sz="24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33759" y="33759"/>
        <a:ext cx="8994708" cy="624037"/>
      </dsp:txXfrm>
    </dsp:sp>
    <dsp:sp modelId="{E8939237-765F-4588-BC92-8BEE28029563}">
      <dsp:nvSpPr>
        <dsp:cNvPr id="0" name=""/>
        <dsp:cNvSpPr/>
      </dsp:nvSpPr>
      <dsp:spPr>
        <a:xfrm>
          <a:off x="0" y="716222"/>
          <a:ext cx="9062226" cy="101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772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2000" kern="1200" dirty="0">
              <a:solidFill>
                <a:schemeClr val="bg2">
                  <a:lumMod val="10000"/>
                </a:schemeClr>
              </a:solidFill>
            </a:rPr>
            <a:t>Costo </a:t>
          </a:r>
          <a:r>
            <a:rPr lang="es-MX" sz="2000" kern="1200" dirty="0" smtClean="0">
              <a:solidFill>
                <a:schemeClr val="bg2">
                  <a:lumMod val="10000"/>
                </a:schemeClr>
              </a:solidFill>
            </a:rPr>
            <a:t>$800</a:t>
          </a:r>
          <a:endParaRPr lang="es-MX" sz="2000" kern="1200" dirty="0">
            <a:solidFill>
              <a:schemeClr val="bg2">
                <a:lumMod val="10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2000" kern="1200" dirty="0">
              <a:solidFill>
                <a:schemeClr val="bg2">
                  <a:lumMod val="10000"/>
                </a:schemeClr>
              </a:solidFill>
            </a:rPr>
            <a:t>Ejemplo : Dermatología, Otorrinolaringología, Traumatología, etc.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s-MX" sz="20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0" y="716222"/>
        <a:ext cx="9062226" cy="1014817"/>
      </dsp:txXfrm>
    </dsp:sp>
    <dsp:sp modelId="{97328ACA-75DC-4BC9-891A-CC3815C7569A}">
      <dsp:nvSpPr>
        <dsp:cNvPr id="0" name=""/>
        <dsp:cNvSpPr/>
      </dsp:nvSpPr>
      <dsp:spPr>
        <a:xfrm>
          <a:off x="0" y="1731039"/>
          <a:ext cx="9062226" cy="622749"/>
        </a:xfrm>
        <a:prstGeom prst="roundRect">
          <a:avLst/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2400" b="1" kern="1200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Consulta de Tercer Nivel de Atención de $</a:t>
          </a:r>
          <a:r>
            <a:rPr lang="es-ES_tradnl" sz="2400" b="1" kern="1200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450</a:t>
          </a:r>
          <a:endParaRPr lang="es-MX" sz="24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30400" y="1761439"/>
        <a:ext cx="9001426" cy="561949"/>
      </dsp:txXfrm>
    </dsp:sp>
    <dsp:sp modelId="{B49EB7A0-7593-4B58-8402-B5E7C5AC33BE}">
      <dsp:nvSpPr>
        <dsp:cNvPr id="0" name=""/>
        <dsp:cNvSpPr/>
      </dsp:nvSpPr>
      <dsp:spPr>
        <a:xfrm>
          <a:off x="0" y="2353788"/>
          <a:ext cx="9062226" cy="87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772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2000" kern="1200" dirty="0">
              <a:solidFill>
                <a:schemeClr val="bg2">
                  <a:lumMod val="10000"/>
                </a:schemeClr>
              </a:solidFill>
            </a:rPr>
            <a:t>Costo </a:t>
          </a:r>
          <a:r>
            <a:rPr lang="es-MX" sz="2000" kern="1200" dirty="0" smtClean="0">
              <a:solidFill>
                <a:schemeClr val="bg2">
                  <a:lumMod val="10000"/>
                </a:schemeClr>
              </a:solidFill>
            </a:rPr>
            <a:t>$1000</a:t>
          </a:r>
          <a:endParaRPr lang="es-MX" sz="2000" kern="1200" dirty="0">
            <a:solidFill>
              <a:schemeClr val="bg2">
                <a:lumMod val="10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2000" kern="1200" dirty="0">
              <a:solidFill>
                <a:schemeClr val="bg2">
                  <a:lumMod val="10000"/>
                </a:schemeClr>
              </a:solidFill>
            </a:rPr>
            <a:t>Ejemplo: Cardiología, </a:t>
          </a:r>
          <a:r>
            <a:rPr lang="es-MX" sz="2000" kern="1200" dirty="0" smtClean="0">
              <a:solidFill>
                <a:schemeClr val="bg2">
                  <a:lumMod val="10000"/>
                </a:schemeClr>
              </a:solidFill>
            </a:rPr>
            <a:t>Psiquiatría, </a:t>
          </a:r>
          <a:r>
            <a:rPr lang="es-MX" sz="2000" kern="1200" dirty="0" err="1" smtClean="0">
              <a:solidFill>
                <a:schemeClr val="bg2">
                  <a:lumMod val="10000"/>
                </a:schemeClr>
              </a:solidFill>
            </a:rPr>
            <a:t>Oncologo</a:t>
          </a:r>
          <a:endParaRPr lang="es-MX" sz="20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0" y="2353788"/>
        <a:ext cx="9062226" cy="8776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420EE-4B6F-4F99-8B2C-CE4BFBE7B9DB}">
      <dsp:nvSpPr>
        <dsp:cNvPr id="0" name=""/>
        <dsp:cNvSpPr/>
      </dsp:nvSpPr>
      <dsp:spPr>
        <a:xfrm rot="5400000">
          <a:off x="516358" y="1074613"/>
          <a:ext cx="1549393" cy="257815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D7806-E88E-4454-A951-B50BC7EA21FA}">
      <dsp:nvSpPr>
        <dsp:cNvPr id="0" name=""/>
        <dsp:cNvSpPr/>
      </dsp:nvSpPr>
      <dsp:spPr>
        <a:xfrm>
          <a:off x="257725" y="1844926"/>
          <a:ext cx="2327573" cy="204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1" kern="1200" dirty="0">
              <a:solidFill>
                <a:schemeClr val="bg2">
                  <a:lumMod val="25000"/>
                </a:schemeClr>
              </a:solidFill>
            </a:rPr>
            <a:t>FARMACIA,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1" kern="1200" dirty="0">
              <a:solidFill>
                <a:schemeClr val="bg2">
                  <a:lumMod val="25000"/>
                </a:schemeClr>
              </a:solidFill>
            </a:rPr>
            <a:t>ENFERMERIA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>
              <a:solidFill>
                <a:schemeClr val="bg2">
                  <a:lumMod val="25000"/>
                </a:schemeClr>
              </a:solidFill>
            </a:rPr>
            <a:t>Del  5% al 30% desc.</a:t>
          </a:r>
        </a:p>
      </dsp:txBody>
      <dsp:txXfrm>
        <a:off x="257725" y="1844926"/>
        <a:ext cx="2327573" cy="2040255"/>
      </dsp:txXfrm>
    </dsp:sp>
    <dsp:sp modelId="{5D13E478-17B7-43C6-AA7E-6A7210ECD5C2}">
      <dsp:nvSpPr>
        <dsp:cNvPr id="0" name=""/>
        <dsp:cNvSpPr/>
      </dsp:nvSpPr>
      <dsp:spPr>
        <a:xfrm>
          <a:off x="2146134" y="884806"/>
          <a:ext cx="439164" cy="439164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A67FB-3AA1-4A90-A72B-7494BDFA1F6C}">
      <dsp:nvSpPr>
        <dsp:cNvPr id="0" name=""/>
        <dsp:cNvSpPr/>
      </dsp:nvSpPr>
      <dsp:spPr>
        <a:xfrm rot="5400000">
          <a:off x="3615086" y="369525"/>
          <a:ext cx="1549393" cy="257815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00B6F-46B5-4554-AA62-5A9FF7DB4CC3}">
      <dsp:nvSpPr>
        <dsp:cNvPr id="0" name=""/>
        <dsp:cNvSpPr/>
      </dsp:nvSpPr>
      <dsp:spPr>
        <a:xfrm>
          <a:off x="3261453" y="1043232"/>
          <a:ext cx="3337717" cy="204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1" kern="1200" dirty="0">
              <a:solidFill>
                <a:schemeClr val="bg2">
                  <a:lumMod val="25000"/>
                </a:schemeClr>
              </a:solidFill>
            </a:rPr>
            <a:t>LABORATORIO,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1" kern="1200" dirty="0">
              <a:solidFill>
                <a:schemeClr val="bg2">
                  <a:lumMod val="25000"/>
                </a:schemeClr>
              </a:solidFill>
            </a:rPr>
            <a:t>GABINETES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>
              <a:solidFill>
                <a:schemeClr val="bg2">
                  <a:lumMod val="25000"/>
                </a:schemeClr>
              </a:solidFill>
            </a:rPr>
            <a:t>Del 15 AL 30%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>
              <a:solidFill>
                <a:schemeClr val="bg2">
                  <a:lumMod val="25000"/>
                </a:schemeClr>
              </a:solidFill>
            </a:rPr>
            <a:t>Desc.</a:t>
          </a:r>
        </a:p>
      </dsp:txBody>
      <dsp:txXfrm>
        <a:off x="3261453" y="1043232"/>
        <a:ext cx="3337717" cy="2040255"/>
      </dsp:txXfrm>
    </dsp:sp>
    <dsp:sp modelId="{3EEC7729-8897-49B0-95E3-C08DA2DDBC48}">
      <dsp:nvSpPr>
        <dsp:cNvPr id="0" name=""/>
        <dsp:cNvSpPr/>
      </dsp:nvSpPr>
      <dsp:spPr>
        <a:xfrm>
          <a:off x="5244862" y="179718"/>
          <a:ext cx="439164" cy="439164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E7676-2409-4BBC-AFE0-C3B83D8D78A4}">
      <dsp:nvSpPr>
        <dsp:cNvPr id="0" name=""/>
        <dsp:cNvSpPr/>
      </dsp:nvSpPr>
      <dsp:spPr>
        <a:xfrm rot="5400000">
          <a:off x="6644225" y="-335562"/>
          <a:ext cx="1549393" cy="257815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FADF3-C86F-4BC4-9821-B69A77DA616C}">
      <dsp:nvSpPr>
        <dsp:cNvPr id="0" name=""/>
        <dsp:cNvSpPr/>
      </dsp:nvSpPr>
      <dsp:spPr>
        <a:xfrm>
          <a:off x="6426611" y="391598"/>
          <a:ext cx="1854308" cy="204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1" kern="1200" dirty="0">
              <a:solidFill>
                <a:schemeClr val="bg2">
                  <a:lumMod val="25000"/>
                </a:schemeClr>
              </a:solidFill>
            </a:rPr>
            <a:t>APARATOS ORTOPEDICOS,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b="1" kern="1200" dirty="0">
              <a:solidFill>
                <a:schemeClr val="bg2">
                  <a:lumMod val="25000"/>
                </a:schemeClr>
              </a:solidFill>
            </a:rPr>
            <a:t>OPTICAS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>
              <a:solidFill>
                <a:schemeClr val="bg2">
                  <a:lumMod val="25000"/>
                </a:schemeClr>
              </a:solidFill>
            </a:rPr>
            <a:t>15%  Desc.</a:t>
          </a:r>
          <a:endParaRPr lang="es-MX" sz="1400" b="1" kern="1200" dirty="0">
            <a:solidFill>
              <a:schemeClr val="bg2">
                <a:lumMod val="25000"/>
              </a:schemeClr>
            </a:solidFill>
          </a:endParaRPr>
        </a:p>
      </dsp:txBody>
      <dsp:txXfrm>
        <a:off x="6426611" y="391598"/>
        <a:ext cx="1854308" cy="20402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74AAC-436A-44B8-AED7-9F1249829A55}">
      <dsp:nvSpPr>
        <dsp:cNvPr id="0" name=""/>
        <dsp:cNvSpPr/>
      </dsp:nvSpPr>
      <dsp:spPr>
        <a:xfrm>
          <a:off x="0" y="0"/>
          <a:ext cx="8105297" cy="600217"/>
        </a:xfrm>
        <a:prstGeom prst="round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2800" b="1" kern="1200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Membresía Individual 		$ </a:t>
          </a:r>
          <a:r>
            <a:rPr lang="es-ES_tradnl" sz="2800" b="1" kern="1200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1,915.00</a:t>
          </a:r>
          <a:endParaRPr lang="es-MX" sz="28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29300" y="29300"/>
        <a:ext cx="8046697" cy="541617"/>
      </dsp:txXfrm>
    </dsp:sp>
    <dsp:sp modelId="{E8939237-765F-4588-BC92-8BEE28029563}">
      <dsp:nvSpPr>
        <dsp:cNvPr id="0" name=""/>
        <dsp:cNvSpPr/>
      </dsp:nvSpPr>
      <dsp:spPr>
        <a:xfrm>
          <a:off x="0" y="626214"/>
          <a:ext cx="8105297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34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2000" kern="1200" dirty="0">
              <a:solidFill>
                <a:schemeClr val="bg2">
                  <a:lumMod val="10000"/>
                </a:schemeClr>
              </a:solidFill>
            </a:rPr>
            <a:t>Una sola persona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s-MX" sz="20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0" y="626214"/>
        <a:ext cx="8105297" cy="761760"/>
      </dsp:txXfrm>
    </dsp:sp>
    <dsp:sp modelId="{97328ACA-75DC-4BC9-891A-CC3815C7569A}">
      <dsp:nvSpPr>
        <dsp:cNvPr id="0" name=""/>
        <dsp:cNvSpPr/>
      </dsp:nvSpPr>
      <dsp:spPr>
        <a:xfrm>
          <a:off x="0" y="1361846"/>
          <a:ext cx="8105297" cy="540499"/>
        </a:xfrm>
        <a:prstGeom prst="roundRect">
          <a:avLst/>
        </a:prstGeom>
        <a:solidFill>
          <a:schemeClr val="tx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2800" b="1" kern="1200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Membresía Familiar		$ </a:t>
          </a:r>
          <a:r>
            <a:rPr lang="es-ES_tradnl" sz="2800" b="1" kern="1200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3,220.00</a:t>
          </a:r>
          <a:endParaRPr lang="es-MX" sz="28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26385" y="1388231"/>
        <a:ext cx="8052527" cy="487729"/>
      </dsp:txXfrm>
    </dsp:sp>
    <dsp:sp modelId="{B49EB7A0-7593-4B58-8402-B5E7C5AC33BE}">
      <dsp:nvSpPr>
        <dsp:cNvPr id="0" name=""/>
        <dsp:cNvSpPr/>
      </dsp:nvSpPr>
      <dsp:spPr>
        <a:xfrm>
          <a:off x="0" y="1928474"/>
          <a:ext cx="8105297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34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2000" kern="1200" dirty="0">
              <a:solidFill>
                <a:schemeClr val="bg2">
                  <a:lumMod val="10000"/>
                </a:schemeClr>
              </a:solidFill>
            </a:rPr>
            <a:t>Padre, Madre y hasta 4 hijos menores a 30 años solteros.</a:t>
          </a:r>
        </a:p>
      </dsp:txBody>
      <dsp:txXfrm>
        <a:off x="0" y="1928474"/>
        <a:ext cx="8105297" cy="761760"/>
      </dsp:txXfrm>
    </dsp:sp>
    <dsp:sp modelId="{2916DF52-93AC-5041-87F3-12E2FFDEFDDA}">
      <dsp:nvSpPr>
        <dsp:cNvPr id="0" name=""/>
        <dsp:cNvSpPr/>
      </dsp:nvSpPr>
      <dsp:spPr>
        <a:xfrm>
          <a:off x="0" y="2606234"/>
          <a:ext cx="7297198" cy="387348"/>
        </a:xfrm>
        <a:prstGeom prst="roundRect">
          <a:avLst/>
        </a:prstGeom>
        <a:solidFill>
          <a:schemeClr val="tx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2800" b="1" kern="1200" dirty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Adicional			$    </a:t>
          </a:r>
          <a:r>
            <a:rPr lang="es-ES_tradnl" sz="2800" b="1" kern="1200" dirty="0" smtClean="0">
              <a:solidFill>
                <a:srgbClr val="145C98"/>
              </a:solidFill>
              <a:latin typeface="Baskerville Old Face" pitchFamily="18" charset="0"/>
              <a:cs typeface="Arial" charset="0"/>
            </a:rPr>
            <a:t>650.00</a:t>
          </a:r>
          <a:endParaRPr lang="es-MX" sz="28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18909" y="2625143"/>
        <a:ext cx="7259380" cy="349530"/>
      </dsp:txXfrm>
    </dsp:sp>
    <dsp:sp modelId="{1C0B74D9-641C-E44C-96E0-4AB53035115D}">
      <dsp:nvSpPr>
        <dsp:cNvPr id="0" name=""/>
        <dsp:cNvSpPr/>
      </dsp:nvSpPr>
      <dsp:spPr>
        <a:xfrm>
          <a:off x="0" y="3077583"/>
          <a:ext cx="8105297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343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MX" sz="1600" kern="1200" dirty="0">
              <a:solidFill>
                <a:schemeClr val="bg2">
                  <a:lumMod val="10000"/>
                </a:schemeClr>
              </a:solidFill>
            </a:rPr>
            <a:t>En la compra de la Familiar puede agregar hasta dos personas cada una con el costo indicado, pueden ser abuelos paternos, maternos, nietos, sobrinos.</a:t>
          </a:r>
        </a:p>
      </dsp:txBody>
      <dsp:txXfrm>
        <a:off x="0" y="3077583"/>
        <a:ext cx="8105297" cy="761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4CA90-356F-DE45-950E-34EB8C9B75FF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9DE5E-F338-7D49-9D79-E2250104CABB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8072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0917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64429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2568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2704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7769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7888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07431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7061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051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912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97628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i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574907" y="3729034"/>
            <a:ext cx="11072191" cy="674070"/>
          </a:xfrm>
          <a:prstGeom prst="rect">
            <a:avLst/>
          </a:prstGeom>
        </p:spPr>
        <p:txBody>
          <a:bodyPr anchor="b"/>
          <a:lstStyle>
            <a:lvl1pPr algn="ctr">
              <a:defRPr sz="3600" spc="1000" baseline="0"/>
            </a:lvl1pPr>
          </a:lstStyle>
          <a:p>
            <a:r>
              <a:rPr lang="en-US" altLang="ja-JP" dirty="0"/>
              <a:t>NAME HERE</a:t>
            </a:r>
            <a:endParaRPr kumimoji="1" lang="ja-JP" altLang="en-US" dirty="0"/>
          </a:p>
        </p:txBody>
      </p:sp>
      <p:sp>
        <p:nvSpPr>
          <p:cNvPr id="8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748890" y="5049181"/>
            <a:ext cx="8694220" cy="1020112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4535691" y="518661"/>
            <a:ext cx="3088191" cy="3088191"/>
          </a:xfrm>
          <a:prstGeom prst="ellipse">
            <a:avLst/>
          </a:prstGeom>
          <a:solidFill>
            <a:schemeClr val="accent1">
              <a:lumMod val="20000"/>
              <a:lumOff val="80000"/>
              <a:alpha val="14000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2" hasCustomPrompt="1"/>
          </p:nvPr>
        </p:nvSpPr>
        <p:spPr>
          <a:xfrm>
            <a:off x="4670436" y="653407"/>
            <a:ext cx="2818701" cy="2818701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1729872" y="4329100"/>
            <a:ext cx="8732257" cy="515469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2133" spc="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1748890" y="4929167"/>
            <a:ext cx="8694220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31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6" presetClass="entr" presetSubtype="37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>
        <p:tmplLst>
          <p:tmpl>
            <p:tnLst>
              <p:par>
                <p:cTn presetID="2" presetClass="entr" presetSubtype="4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/>
      <p:bldP spid="10" grpId="0"/>
      <p:bldP spid="1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角丸四角形 13"/>
          <p:cNvSpPr/>
          <p:nvPr userDrawn="1"/>
        </p:nvSpPr>
        <p:spPr>
          <a:xfrm>
            <a:off x="1175026" y="1553922"/>
            <a:ext cx="4710932" cy="112499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24877" y="128634"/>
            <a:ext cx="11162209" cy="750083"/>
          </a:xfrm>
        </p:spPr>
        <p:txBody>
          <a:bodyPr/>
          <a:lstStyle>
            <a:lvl1pPr>
              <a:defRPr spc="1000" baseline="0"/>
            </a:lvl1pPr>
          </a:lstStyle>
          <a:p>
            <a:r>
              <a:rPr lang="en-US" altLang="ja-JP" dirty="0"/>
              <a:t>SLIDE TITLE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276035" y="6394245"/>
            <a:ext cx="5185026" cy="365125"/>
          </a:xfrm>
        </p:spPr>
        <p:txBody>
          <a:bodyPr/>
          <a:lstStyle/>
          <a:p>
            <a:r>
              <a:rPr lang="en-US" dirty="0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582292" y="6394245"/>
            <a:ext cx="604913" cy="365125"/>
          </a:xfrm>
        </p:spPr>
        <p:txBody>
          <a:bodyPr/>
          <a:lstStyle/>
          <a:p>
            <a:fld id="{387164BF-D67A-46C0-81D2-5BAF67C00C8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544901" y="1268760"/>
            <a:ext cx="1020202" cy="1020113"/>
          </a:xfrm>
          <a:prstGeom prst="ellipse">
            <a:avLst/>
          </a:prstGeom>
          <a:noFill/>
          <a:ln w="98425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673927" y="1403776"/>
            <a:ext cx="762151" cy="750083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21" hasCustomPrompt="1"/>
          </p:nvPr>
        </p:nvSpPr>
        <p:spPr>
          <a:xfrm>
            <a:off x="1781672" y="1988840"/>
            <a:ext cx="3750742" cy="600066"/>
          </a:xfrm>
          <a:noFill/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1781672" y="1553923"/>
            <a:ext cx="3750742" cy="480053"/>
          </a:xfrm>
          <a:noFill/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4" name="角丸四角形 33"/>
          <p:cNvSpPr/>
          <p:nvPr userDrawn="1"/>
        </p:nvSpPr>
        <p:spPr>
          <a:xfrm>
            <a:off x="1175026" y="3190148"/>
            <a:ext cx="4710932" cy="112499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円/楕円 34"/>
          <p:cNvSpPr/>
          <p:nvPr userDrawn="1"/>
        </p:nvSpPr>
        <p:spPr>
          <a:xfrm>
            <a:off x="544901" y="2904986"/>
            <a:ext cx="1020202" cy="1020113"/>
          </a:xfrm>
          <a:prstGeom prst="ellipse">
            <a:avLst/>
          </a:prstGeom>
          <a:noFill/>
          <a:ln w="98425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673927" y="3040002"/>
            <a:ext cx="762151" cy="750083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81672" y="3625066"/>
            <a:ext cx="3750742" cy="600066"/>
          </a:xfrm>
          <a:noFill/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1781672" y="3190149"/>
            <a:ext cx="3750742" cy="480053"/>
          </a:xfrm>
          <a:noFill/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1" name="角丸四角形 40"/>
          <p:cNvSpPr/>
          <p:nvPr userDrawn="1"/>
        </p:nvSpPr>
        <p:spPr>
          <a:xfrm>
            <a:off x="1175026" y="4824285"/>
            <a:ext cx="4710932" cy="112499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円/楕円 41"/>
          <p:cNvSpPr/>
          <p:nvPr userDrawn="1"/>
        </p:nvSpPr>
        <p:spPr>
          <a:xfrm>
            <a:off x="544901" y="4539124"/>
            <a:ext cx="1020202" cy="1020113"/>
          </a:xfrm>
          <a:prstGeom prst="ellipse">
            <a:avLst/>
          </a:prstGeom>
          <a:noFill/>
          <a:ln w="98425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3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673927" y="4674139"/>
            <a:ext cx="762151" cy="750083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4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781672" y="5259204"/>
            <a:ext cx="3750742" cy="600066"/>
          </a:xfrm>
          <a:noFill/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5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1781672" y="4824286"/>
            <a:ext cx="3750742" cy="480053"/>
          </a:xfrm>
          <a:noFill/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6" name="角丸四角形 45"/>
          <p:cNvSpPr/>
          <p:nvPr userDrawn="1"/>
        </p:nvSpPr>
        <p:spPr>
          <a:xfrm>
            <a:off x="6876154" y="1553922"/>
            <a:ext cx="4710932" cy="112499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7" name="円/楕円 46"/>
          <p:cNvSpPr/>
          <p:nvPr userDrawn="1"/>
        </p:nvSpPr>
        <p:spPr>
          <a:xfrm>
            <a:off x="6246029" y="1268760"/>
            <a:ext cx="1020202" cy="1020113"/>
          </a:xfrm>
          <a:prstGeom prst="ellipse">
            <a:avLst/>
          </a:prstGeom>
          <a:gradFill>
            <a:gsLst>
              <a:gs pos="0">
                <a:schemeClr val="accent3">
                  <a:lumMod val="52000"/>
                  <a:lumOff val="48000"/>
                </a:schemeClr>
              </a:gs>
              <a:gs pos="93000">
                <a:schemeClr val="accent3">
                  <a:alpha val="80000"/>
                  <a:lumMod val="18000"/>
                  <a:lumOff val="82000"/>
                </a:schemeClr>
              </a:gs>
              <a:gs pos="99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 w="98425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8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6375055" y="1403776"/>
            <a:ext cx="762151" cy="750083"/>
          </a:xfrm>
          <a:gradFill>
            <a:gsLst>
              <a:gs pos="0">
                <a:schemeClr val="accent3">
                  <a:lumMod val="52000"/>
                  <a:lumOff val="48000"/>
                </a:schemeClr>
              </a:gs>
              <a:gs pos="93000">
                <a:schemeClr val="accent3">
                  <a:alpha val="80000"/>
                  <a:lumMod val="18000"/>
                  <a:lumOff val="82000"/>
                </a:schemeClr>
              </a:gs>
              <a:gs pos="99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9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7482800" y="1988840"/>
            <a:ext cx="3750742" cy="6000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82800" y="1553923"/>
            <a:ext cx="3750742" cy="48005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1" name="角丸四角形 50"/>
          <p:cNvSpPr/>
          <p:nvPr userDrawn="1"/>
        </p:nvSpPr>
        <p:spPr>
          <a:xfrm>
            <a:off x="6876154" y="3190148"/>
            <a:ext cx="4710932" cy="112499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2" name="円/楕円 51"/>
          <p:cNvSpPr/>
          <p:nvPr userDrawn="1"/>
        </p:nvSpPr>
        <p:spPr>
          <a:xfrm>
            <a:off x="6246029" y="2904986"/>
            <a:ext cx="1020202" cy="1020113"/>
          </a:xfrm>
          <a:prstGeom prst="ellipse">
            <a:avLst/>
          </a:prstGeom>
          <a:gradFill>
            <a:gsLst>
              <a:gs pos="0">
                <a:schemeClr val="accent3">
                  <a:lumMod val="52000"/>
                  <a:lumOff val="48000"/>
                </a:schemeClr>
              </a:gs>
              <a:gs pos="93000">
                <a:schemeClr val="accent3">
                  <a:alpha val="80000"/>
                  <a:lumMod val="18000"/>
                  <a:lumOff val="82000"/>
                </a:schemeClr>
              </a:gs>
              <a:gs pos="99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 w="98425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3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6375055" y="3040002"/>
            <a:ext cx="762151" cy="750083"/>
          </a:xfrm>
          <a:gradFill>
            <a:gsLst>
              <a:gs pos="0">
                <a:schemeClr val="accent3">
                  <a:lumMod val="52000"/>
                  <a:lumOff val="48000"/>
                </a:schemeClr>
              </a:gs>
              <a:gs pos="93000">
                <a:schemeClr val="accent3">
                  <a:alpha val="80000"/>
                  <a:lumMod val="18000"/>
                  <a:lumOff val="82000"/>
                </a:schemeClr>
              </a:gs>
              <a:gs pos="99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4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7482800" y="3625066"/>
            <a:ext cx="3750742" cy="6000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5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7482800" y="3190149"/>
            <a:ext cx="3750742" cy="48005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6" name="角丸四角形 55"/>
          <p:cNvSpPr/>
          <p:nvPr userDrawn="1"/>
        </p:nvSpPr>
        <p:spPr>
          <a:xfrm>
            <a:off x="6876154" y="4824285"/>
            <a:ext cx="4710932" cy="112499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7" name="円/楕円 56"/>
          <p:cNvSpPr/>
          <p:nvPr userDrawn="1"/>
        </p:nvSpPr>
        <p:spPr>
          <a:xfrm>
            <a:off x="6246029" y="4539124"/>
            <a:ext cx="1020202" cy="1020113"/>
          </a:xfrm>
          <a:prstGeom prst="ellipse">
            <a:avLst/>
          </a:prstGeom>
          <a:gradFill>
            <a:gsLst>
              <a:gs pos="0">
                <a:schemeClr val="accent3">
                  <a:lumMod val="52000"/>
                  <a:lumOff val="48000"/>
                </a:schemeClr>
              </a:gs>
              <a:gs pos="93000">
                <a:schemeClr val="accent3">
                  <a:alpha val="80000"/>
                  <a:lumMod val="18000"/>
                  <a:lumOff val="82000"/>
                </a:schemeClr>
              </a:gs>
              <a:gs pos="99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 w="98425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5055" y="4674139"/>
            <a:ext cx="762151" cy="750083"/>
          </a:xfrm>
          <a:gradFill>
            <a:gsLst>
              <a:gs pos="0">
                <a:schemeClr val="accent3">
                  <a:lumMod val="52000"/>
                  <a:lumOff val="48000"/>
                </a:schemeClr>
              </a:gs>
              <a:gs pos="93000">
                <a:schemeClr val="accent3">
                  <a:alpha val="80000"/>
                  <a:lumMod val="18000"/>
                  <a:lumOff val="82000"/>
                </a:schemeClr>
              </a:gs>
              <a:gs pos="99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482800" y="5259204"/>
            <a:ext cx="3750742" cy="6000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7482800" y="4824286"/>
            <a:ext cx="3750742" cy="48005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17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animBg="1"/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  <p:bldP spid="47" grpId="0" animBg="1"/>
      <p:bldP spid="48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 animBg="1"/>
      <p:bldP spid="53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57" grpId="0" animBg="1"/>
      <p:bldP spid="58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eric List - 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634919" y="1478754"/>
            <a:ext cx="10759000" cy="375457"/>
          </a:xfrm>
          <a:prstGeom prst="rect">
            <a:avLst/>
          </a:prstGeom>
          <a:solidFill>
            <a:schemeClr val="bg1">
              <a:lumMod val="95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ホームベース 10"/>
          <p:cNvSpPr/>
          <p:nvPr userDrawn="1"/>
        </p:nvSpPr>
        <p:spPr>
          <a:xfrm>
            <a:off x="634919" y="1478754"/>
            <a:ext cx="600119" cy="375457"/>
          </a:xfrm>
          <a:prstGeom prst="homePlate">
            <a:avLst/>
          </a:prstGeom>
          <a:solidFill>
            <a:schemeClr val="accent1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1235038" y="1418777"/>
            <a:ext cx="10158882" cy="515469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133" spc="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235038" y="2047382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6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6724977" y="2050927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7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1259848" y="2497492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8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6749787" y="2501037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9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259848" y="2944058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6749787" y="2947603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1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84658" y="3394168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2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6774597" y="3397713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3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59848" y="3858457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4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749787" y="3862002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5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284658" y="4308567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6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774597" y="4312112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7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284658" y="4755133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774597" y="4758678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9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309468" y="5205243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0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6799407" y="5208788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1" name="テキスト プレースホルダー 11"/>
          <p:cNvSpPr>
            <a:spLocks noGrp="1"/>
          </p:cNvSpPr>
          <p:nvPr>
            <p:ph type="body" sz="quarter" idx="42" hasCustomPrompt="1"/>
          </p:nvPr>
        </p:nvSpPr>
        <p:spPr>
          <a:xfrm>
            <a:off x="1288203" y="5673076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2" name="テキスト プレースホルダー 11"/>
          <p:cNvSpPr>
            <a:spLocks noGrp="1"/>
          </p:cNvSpPr>
          <p:nvPr>
            <p:ph type="body" sz="quarter" idx="43" hasCustomPrompt="1"/>
          </p:nvPr>
        </p:nvSpPr>
        <p:spPr>
          <a:xfrm>
            <a:off x="6778142" y="5676621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3" name="テキスト プレースホルダー 11"/>
          <p:cNvSpPr>
            <a:spLocks noGrp="1"/>
          </p:cNvSpPr>
          <p:nvPr>
            <p:ph type="body" sz="quarter" idx="44" hasCustomPrompt="1"/>
          </p:nvPr>
        </p:nvSpPr>
        <p:spPr>
          <a:xfrm>
            <a:off x="1313013" y="6123186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4" name="テキスト プレースホルダー 11"/>
          <p:cNvSpPr>
            <a:spLocks noGrp="1"/>
          </p:cNvSpPr>
          <p:nvPr>
            <p:ph type="body" sz="quarter" idx="45" hasCustomPrompt="1"/>
          </p:nvPr>
        </p:nvSpPr>
        <p:spPr>
          <a:xfrm>
            <a:off x="6802952" y="6126731"/>
            <a:ext cx="4591604" cy="376842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89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68077-4E8D-1A40-A3B3-DB0FD03F51F7}" type="datetimeFigureOut">
              <a:rPr lang="es-ES_tradnl" smtClean="0"/>
              <a:t>04/09/2020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A3F65-E1DA-6E49-985C-B986929ECEC0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3946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1372705" y="4004840"/>
            <a:ext cx="10067456" cy="489506"/>
          </a:xfrm>
        </p:spPr>
        <p:txBody>
          <a:bodyPr>
            <a:normAutofit fontScale="90000"/>
          </a:bodyPr>
          <a:lstStyle/>
          <a:p>
            <a:r>
              <a:rPr kumimoji="1" lang="en-US" altLang="ja-JP" b="1" dirty="0"/>
              <a:t>PRESENTACION </a:t>
            </a:r>
            <a:r>
              <a:rPr kumimoji="1" lang="en-US" altLang="ja-JP" b="1" dirty="0" smtClean="0"/>
              <a:t>2019</a:t>
            </a:r>
            <a:endParaRPr kumimoji="1" lang="ja-JP" altLang="en-US" b="1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5"/>
          </p:nvPr>
        </p:nvSpPr>
        <p:spPr>
          <a:xfrm>
            <a:off x="1372705" y="5049181"/>
            <a:ext cx="9396895" cy="1020112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s-ES_tradnl" sz="1600" dirty="0">
                <a:solidFill>
                  <a:schemeClr val="accent1">
                    <a:lumMod val="50000"/>
                  </a:schemeClr>
                </a:solidFill>
              </a:rPr>
              <a:t>Somos el respaldo que sus empleados necesitan, acceso familiar a médicos y proveedores.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89" y="1547412"/>
            <a:ext cx="2928526" cy="119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02756"/>
      </p:ext>
    </p:extLst>
  </p:cSld>
  <p:clrMapOvr>
    <a:masterClrMapping/>
  </p:clrMapOvr>
  <p:transition spd="slow" advTm="5135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Nuestro objetivo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3" y="383859"/>
            <a:ext cx="2245767" cy="75297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424763" y="1892595"/>
            <a:ext cx="1031340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/>
              <a:t>CLUB SALUD FAMILIAR  </a:t>
            </a:r>
            <a:r>
              <a:rPr lang="es-ES_tradnl" dirty="0"/>
              <a:t>tiene como objetivo ser una  alternativa fácil y económica para brindarle al personal </a:t>
            </a:r>
          </a:p>
          <a:p>
            <a:r>
              <a:rPr lang="es-ES_tradnl" dirty="0"/>
              <a:t>de su empresa y  a familias de Monterrey atención médica de alta calidad a través de un esquema de pago </a:t>
            </a:r>
          </a:p>
          <a:p>
            <a:r>
              <a:rPr lang="es-ES_tradnl" dirty="0"/>
              <a:t>de cuotas fijas.</a:t>
            </a:r>
          </a:p>
          <a:p>
            <a:endParaRPr lang="es-ES_tradnl" dirty="0"/>
          </a:p>
          <a:p>
            <a:r>
              <a:rPr lang="es-ES_tradnl" dirty="0"/>
              <a:t>Además diseñamos estrategias para controlar la utilización del GMM o Servicio Social, ayudando a disminuir</a:t>
            </a:r>
          </a:p>
          <a:p>
            <a:r>
              <a:rPr lang="es-ES_tradnl" dirty="0"/>
              <a:t>Su siniestrialidad.</a:t>
            </a:r>
          </a:p>
          <a:p>
            <a:endParaRPr lang="es-ES_tradnl" dirty="0"/>
          </a:p>
          <a:p>
            <a:r>
              <a:rPr lang="es-ES_tradnl" b="1" dirty="0"/>
              <a:t>CLUB SALUD FAMILIAR </a:t>
            </a:r>
            <a:r>
              <a:rPr lang="es-ES_tradnl" dirty="0"/>
              <a:t>no es un seguro médico, lo que significa que: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No tiene limitaciones por edad </a:t>
            </a:r>
            <a:r>
              <a:rPr lang="es-ES_tradnl" sz="1400" dirty="0"/>
              <a:t>(Solo en la familiar hijos menores de 30 años, solteros)</a:t>
            </a:r>
            <a:endParaRPr lang="es-ES_tradnl" dirty="0"/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No tiene condiciones médicas preexistentes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No realizamos trámites de reembolso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No hay bajas, ni cancelaciones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8767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/>
          <p:cNvSpPr/>
          <p:nvPr/>
        </p:nvSpPr>
        <p:spPr>
          <a:xfrm>
            <a:off x="955040" y="1889760"/>
            <a:ext cx="4368800" cy="4104640"/>
          </a:xfrm>
          <a:prstGeom prst="ellipse">
            <a:avLst/>
          </a:prstGeom>
          <a:gradFill>
            <a:gsLst>
              <a:gs pos="98000">
                <a:schemeClr val="bg1">
                  <a:lumMod val="85000"/>
                  <a:alpha val="5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368300" dist="254000" dir="9840000" sx="107000" sy="107000" algn="ctr" rotWithShape="0">
              <a:srgbClr val="000000">
                <a:alpha val="20000"/>
              </a:srgbClr>
            </a:outerShdw>
            <a:reflection blurRad="990600" stA="3000" endPos="0" dist="7493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86" y="2797810"/>
            <a:ext cx="3483108" cy="2288540"/>
          </a:xfrm>
          <a:prstGeom prst="rect">
            <a:avLst/>
          </a:prstGeom>
        </p:spPr>
      </p:pic>
      <p:graphicFrame>
        <p:nvGraphicFramePr>
          <p:cNvPr id="10" name="26 Diagrama"/>
          <p:cNvGraphicFramePr/>
          <p:nvPr>
            <p:extLst>
              <p:ext uri="{D42A27DB-BD31-4B8C-83A1-F6EECF244321}">
                <p14:modId xmlns:p14="http://schemas.microsoft.com/office/powerpoint/2010/main" val="1767723805"/>
              </p:ext>
            </p:extLst>
          </p:nvPr>
        </p:nvGraphicFramePr>
        <p:xfrm>
          <a:off x="5323839" y="1671618"/>
          <a:ext cx="6116321" cy="376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Beneficios primer contacto sin </a:t>
            </a:r>
            <a:r>
              <a:rPr lang="en-US" sz="3200" dirty="0" err="1" smtClean="0"/>
              <a:t>costo</a:t>
            </a:r>
            <a:r>
              <a:rPr lang="en-US" sz="3200" dirty="0" smtClean="0"/>
              <a:t> </a:t>
            </a:r>
            <a:r>
              <a:rPr lang="en-US" sz="3200" dirty="0" err="1" smtClean="0"/>
              <a:t>ilimitado</a:t>
            </a:r>
            <a:r>
              <a:rPr lang="en-US" sz="3200" dirty="0" smtClean="0"/>
              <a:t> </a:t>
            </a:r>
            <a:endParaRPr lang="en-US" sz="32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24" y="383859"/>
            <a:ext cx="2485524" cy="752978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7657971" y="5705510"/>
            <a:ext cx="4245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*ECO costo preferencial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**Procedimientos bajo tabulador establecido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Previa Cita, horarios establecidos </a:t>
            </a:r>
          </a:p>
        </p:txBody>
      </p:sp>
    </p:spTree>
    <p:extLst>
      <p:ext uri="{BB962C8B-B14F-4D97-AF65-F5344CB8AC3E}">
        <p14:creationId xmlns:p14="http://schemas.microsoft.com/office/powerpoint/2010/main" val="70970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10" grpId="0">
        <p:bldAsOne/>
      </p:bldGraphic>
      <p:bldP spid="9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5 Rectángulo"/>
          <p:cNvSpPr/>
          <p:nvPr/>
        </p:nvSpPr>
        <p:spPr>
          <a:xfrm>
            <a:off x="914400" y="2114552"/>
            <a:ext cx="3254591" cy="6000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13792" tIns="65024" rIns="113792" bIns="65024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b="1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 Matriz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Doctors Hospital</a:t>
            </a:r>
            <a:endParaRPr lang="es-ES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11 Grupo"/>
          <p:cNvGrpSpPr/>
          <p:nvPr/>
        </p:nvGrpSpPr>
        <p:grpSpPr>
          <a:xfrm>
            <a:off x="914400" y="2816494"/>
            <a:ext cx="3254591" cy="2235007"/>
            <a:chOff x="2230792" y="2039492"/>
            <a:chExt cx="2030496" cy="2810879"/>
          </a:xfrm>
        </p:grpSpPr>
        <p:sp>
          <p:nvSpPr>
            <p:cNvPr id="7" name="12 Rectángulo"/>
            <p:cNvSpPr/>
            <p:nvPr/>
          </p:nvSpPr>
          <p:spPr>
            <a:xfrm>
              <a:off x="2230792" y="2039492"/>
              <a:ext cx="2030496" cy="281087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28575">
              <a:solidFill>
                <a:srgbClr val="10B2CC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13 Rectángulo"/>
            <p:cNvSpPr/>
            <p:nvPr/>
          </p:nvSpPr>
          <p:spPr>
            <a:xfrm>
              <a:off x="2230792" y="2039492"/>
              <a:ext cx="2030496" cy="28108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344" tIns="85344" rIns="113792" bIns="128016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kern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Medicina  General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Pediatría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kern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Medicina Interna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Dental. </a:t>
              </a:r>
              <a:r>
                <a:rPr lang="es-MX" sz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(Diag. 2 Rx. 1 Limpieza al año)</a:t>
              </a:r>
              <a:endParaRPr lang="es-MX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18 Rectángulo"/>
          <p:cNvSpPr/>
          <p:nvPr/>
        </p:nvSpPr>
        <p:spPr>
          <a:xfrm>
            <a:off x="4684368" y="2109188"/>
            <a:ext cx="3008253" cy="6151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13792" tIns="65024" rIns="113792" bIns="65024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</a:pPr>
            <a:endParaRPr lang="es-E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711200">
              <a:lnSpc>
                <a:spcPct val="90000"/>
              </a:lnSpc>
              <a:spcAft>
                <a:spcPct val="35000"/>
              </a:spcAft>
            </a:pPr>
            <a:r>
              <a:rPr lang="es-E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Oca Medical Center</a:t>
            </a:r>
          </a:p>
          <a:p>
            <a:pPr algn="ctr" defTabSz="711200">
              <a:lnSpc>
                <a:spcPct val="90000"/>
              </a:lnSpc>
              <a:spcAft>
                <a:spcPct val="35000"/>
              </a:spcAft>
            </a:pPr>
            <a:endParaRPr lang="es-E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19 Grupo"/>
          <p:cNvGrpSpPr/>
          <p:nvPr/>
        </p:nvGrpSpPr>
        <p:grpSpPr>
          <a:xfrm>
            <a:off x="4684369" y="2796305"/>
            <a:ext cx="2993685" cy="2255196"/>
            <a:chOff x="2230792" y="2039492"/>
            <a:chExt cx="2030496" cy="2810879"/>
          </a:xfrm>
        </p:grpSpPr>
        <p:sp>
          <p:nvSpPr>
            <p:cNvPr id="11" name="20 Rectángulo"/>
            <p:cNvSpPr/>
            <p:nvPr/>
          </p:nvSpPr>
          <p:spPr>
            <a:xfrm>
              <a:off x="2230792" y="2039492"/>
              <a:ext cx="2030496" cy="281087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28575">
              <a:solidFill>
                <a:srgbClr val="10B2CC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21 Rectángulo"/>
            <p:cNvSpPr/>
            <p:nvPr/>
          </p:nvSpPr>
          <p:spPr>
            <a:xfrm>
              <a:off x="2230792" y="2039492"/>
              <a:ext cx="2030496" cy="28108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344" tIns="85344" rIns="113792" bIns="128016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kern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Medicina General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Pediatría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kern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Medicina Interna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endParaRPr lang="es-MX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24 Rectángulo"/>
          <p:cNvSpPr/>
          <p:nvPr/>
        </p:nvSpPr>
        <p:spPr>
          <a:xfrm>
            <a:off x="8187553" y="2116484"/>
            <a:ext cx="2954453" cy="6151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13792" tIns="65024" rIns="113792" bIns="65024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</a:pPr>
            <a:r>
              <a:rPr lang="es-E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Céntro Méd. Mujer</a:t>
            </a:r>
          </a:p>
        </p:txBody>
      </p:sp>
      <p:grpSp>
        <p:nvGrpSpPr>
          <p:cNvPr id="14" name="25 Grupo"/>
          <p:cNvGrpSpPr/>
          <p:nvPr/>
        </p:nvGrpSpPr>
        <p:grpSpPr>
          <a:xfrm>
            <a:off x="8193432" y="2796304"/>
            <a:ext cx="2948574" cy="2255197"/>
            <a:chOff x="2230792" y="2039492"/>
            <a:chExt cx="2030496" cy="2810879"/>
          </a:xfrm>
        </p:grpSpPr>
        <p:sp>
          <p:nvSpPr>
            <p:cNvPr id="15" name="26 Rectángulo"/>
            <p:cNvSpPr/>
            <p:nvPr/>
          </p:nvSpPr>
          <p:spPr>
            <a:xfrm>
              <a:off x="2230792" y="2039492"/>
              <a:ext cx="2030496" cy="281087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28575">
              <a:solidFill>
                <a:srgbClr val="10B2CC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27 Rectángulo"/>
            <p:cNvSpPr/>
            <p:nvPr/>
          </p:nvSpPr>
          <p:spPr>
            <a:xfrm>
              <a:off x="2230792" y="2039492"/>
              <a:ext cx="2030496" cy="28108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344" tIns="85344" rIns="113792" bIns="128016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r>
                <a:rPr lang="es-MX" kern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Ginecología.  </a:t>
              </a:r>
              <a:r>
                <a:rPr lang="es-MX" sz="1400" kern="1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(eco $350)</a:t>
              </a:r>
              <a:endParaRPr lang="es-MX" kern="1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  <a:buChar char="••"/>
              </a:pPr>
              <a:endParaRPr lang="es-MX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</a:pPr>
              <a:endParaRPr lang="es-MX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  <a:spcAft>
                  <a:spcPts val="1800"/>
                </a:spcAft>
              </a:pPr>
              <a:endParaRPr lang="es-MX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1 CuadroTexto"/>
          <p:cNvSpPr txBox="1"/>
          <p:nvPr/>
        </p:nvSpPr>
        <p:spPr>
          <a:xfrm>
            <a:off x="914400" y="5300808"/>
            <a:ext cx="3844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>
                <a:solidFill>
                  <a:srgbClr val="001F3E"/>
                </a:solidFill>
              </a:rPr>
              <a:t>Previa cita </a:t>
            </a:r>
          </a:p>
          <a:p>
            <a:r>
              <a:rPr lang="es-MX" sz="1600" dirty="0">
                <a:solidFill>
                  <a:srgbClr val="001F3E"/>
                </a:solidFill>
              </a:rPr>
              <a:t>Horarios establecidos</a:t>
            </a:r>
          </a:p>
          <a:p>
            <a:r>
              <a:rPr lang="es-MX" sz="1600" dirty="0">
                <a:solidFill>
                  <a:srgbClr val="001F3E"/>
                </a:solidFill>
              </a:rPr>
              <a:t>Procedimientos bajo tabulador establecido 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Unidades Hospitalarias de Primer Contacto sin costo 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4" y="383859"/>
            <a:ext cx="2485524" cy="75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5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21"/>
          </p:nvPr>
        </p:nvSpPr>
        <p:spPr>
          <a:xfrm>
            <a:off x="1805424" y="2078145"/>
            <a:ext cx="3750742" cy="600066"/>
          </a:xfrm>
        </p:spPr>
        <p:txBody>
          <a:bodyPr/>
          <a:lstStyle/>
          <a:p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Medicina General y Pediatría</a:t>
            </a:r>
          </a:p>
          <a:p>
            <a:pPr marL="0" indent="0">
              <a:buNone/>
            </a:pPr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Santa Catarina 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2"/>
          </p:nvPr>
        </p:nvSpPr>
        <p:spPr>
          <a:xfrm>
            <a:off x="1781671" y="1553923"/>
            <a:ext cx="4066235" cy="585349"/>
          </a:xfrm>
        </p:spPr>
        <p:txBody>
          <a:bodyPr/>
          <a:lstStyle/>
          <a:p>
            <a:r>
              <a: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 Maria Luisa</a:t>
            </a:r>
            <a:endParaRPr kumimoji="1" lang="ja-JP" alt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25"/>
          </p:nvPr>
        </p:nvSpPr>
        <p:spPr>
          <a:xfrm>
            <a:off x="1781671" y="3308987"/>
            <a:ext cx="3750742" cy="48005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Roble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27"/>
          </p:nvPr>
        </p:nvSpPr>
        <p:spPr>
          <a:xfrm>
            <a:off x="1781671" y="5368483"/>
            <a:ext cx="3750742" cy="600066"/>
          </a:xfrm>
        </p:spPr>
        <p:txBody>
          <a:bodyPr/>
          <a:lstStyle/>
          <a:p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Medicina General y Pediatría</a:t>
            </a:r>
          </a:p>
          <a:p>
            <a:pPr marL="0" indent="0">
              <a:buNone/>
            </a:pPr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Apodaca</a:t>
            </a:r>
            <a:endParaRPr kumimoji="1" lang="ja-JP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28"/>
          </p:nvPr>
        </p:nvSpPr>
        <p:spPr>
          <a:xfrm>
            <a:off x="1781671" y="4977364"/>
            <a:ext cx="4277679" cy="43491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Sacramento</a:t>
            </a:r>
            <a:endParaRPr kumimoji="1" lang="ja-JP" altLang="en-US" sz="24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30"/>
          </p:nvPr>
        </p:nvSpPr>
        <p:spPr>
          <a:xfrm>
            <a:off x="7194884" y="2019389"/>
            <a:ext cx="4704348" cy="6000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Medicina General</a:t>
            </a:r>
          </a:p>
          <a:p>
            <a:pPr marL="0" indent="0">
              <a:buNone/>
            </a:pPr>
            <a:r>
              <a:rPr kumimoji="1" lang="en-U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  Universidad, Cumbres Elite, Contry</a:t>
            </a:r>
          </a:p>
          <a:p>
            <a:endParaRPr kumimoji="1"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31"/>
          </p:nvPr>
        </p:nvSpPr>
        <p:spPr>
          <a:xfrm>
            <a:off x="7326136" y="1464196"/>
            <a:ext cx="4221352" cy="60006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CSF </a:t>
            </a:r>
            <a:r>
              <a:rPr kumimoji="1" lang="mr-IN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DOC´S</a:t>
            </a:r>
            <a:endParaRPr kumimoji="1" lang="ja-JP" altLang="en-US" sz="24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33"/>
          </p:nvPr>
        </p:nvSpPr>
        <p:spPr>
          <a:xfrm>
            <a:off x="7590524" y="3747095"/>
            <a:ext cx="3750417" cy="5549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Medicina General </a:t>
            </a:r>
          </a:p>
          <a:p>
            <a:pPr marL="0" indent="0">
              <a:buNone/>
            </a:pPr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Linda Vista</a:t>
            </a: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34"/>
          </p:nvPr>
        </p:nvSpPr>
        <p:spPr>
          <a:xfrm>
            <a:off x="7482680" y="3308987"/>
            <a:ext cx="3750417" cy="48005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es-MX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 Linda Vista</a:t>
            </a:r>
            <a:endParaRPr kumimoji="1" lang="ja-JP" alt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sz="quarter" idx="37"/>
          </p:nvPr>
        </p:nvSpPr>
        <p:spPr>
          <a:xfrm>
            <a:off x="7482355" y="4954796"/>
            <a:ext cx="3750742" cy="48005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Médica Eliseo</a:t>
            </a:r>
            <a:endParaRPr kumimoji="1" lang="ja-JP" alt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Marcador de texto"/>
          <p:cNvSpPr>
            <a:spLocks noGrp="1"/>
          </p:cNvSpPr>
          <p:nvPr>
            <p:ph type="body" sz="quarter" idx="24"/>
          </p:nvPr>
        </p:nvSpPr>
        <p:spPr>
          <a:xfrm>
            <a:off x="1781671" y="3756368"/>
            <a:ext cx="3750742" cy="600066"/>
          </a:xfrm>
        </p:spPr>
        <p:txBody>
          <a:bodyPr/>
          <a:lstStyle/>
          <a:p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Medicina General y Pediatría</a:t>
            </a:r>
          </a:p>
          <a:p>
            <a:pPr marL="0" indent="0">
              <a:buNone/>
            </a:pPr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San Nicolas 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Clínicas Periféricas sin costo</a:t>
            </a: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3" y="383859"/>
            <a:ext cx="2400463" cy="752978"/>
          </a:xfrm>
          <a:prstGeom prst="rect">
            <a:avLst/>
          </a:prstGeom>
        </p:spPr>
      </p:pic>
      <p:sp>
        <p:nvSpPr>
          <p:cNvPr id="2" name="Marcador de texto 1"/>
          <p:cNvSpPr>
            <a:spLocks noGrp="1"/>
          </p:cNvSpPr>
          <p:nvPr>
            <p:ph type="body" sz="quarter" idx="36"/>
          </p:nvPr>
        </p:nvSpPr>
        <p:spPr>
          <a:xfrm>
            <a:off x="7482680" y="5368840"/>
            <a:ext cx="3750742" cy="600066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Medicina General </a:t>
            </a:r>
          </a:p>
          <a:p>
            <a:pPr marL="0" indent="0">
              <a:buNone/>
            </a:pPr>
            <a:r>
              <a:rPr kumimoji="1"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ja-JP" sz="1800" b="1" dirty="0">
                <a:latin typeface="Arial" panose="020B0604020202020204" pitchFamily="34" charset="0"/>
                <a:cs typeface="Arial" panose="020B0604020202020204" pitchFamily="34" charset="0"/>
              </a:rPr>
              <a:t>Escobedo</a:t>
            </a:r>
          </a:p>
          <a:p>
            <a:endParaRPr kumimoji="1" lang="es-ES_tradnl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7590524" y="6292828"/>
            <a:ext cx="3331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Previa cita  y horarios establecidos</a:t>
            </a:r>
          </a:p>
        </p:txBody>
      </p:sp>
    </p:spTree>
    <p:extLst>
      <p:ext uri="{BB962C8B-B14F-4D97-AF65-F5344CB8AC3E}">
        <p14:creationId xmlns:p14="http://schemas.microsoft.com/office/powerpoint/2010/main" val="1181618256"/>
      </p:ext>
    </p:extLst>
  </p:cSld>
  <p:clrMapOvr>
    <a:masterClrMapping/>
  </p:clrMapOvr>
  <p:transition spd="slow" advTm="934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テキスト プレースホルダー 2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en-US" altLang="ja-JP" sz="2800" b="1" dirty="0">
                <a:solidFill>
                  <a:schemeClr val="accent1">
                    <a:lumMod val="75000"/>
                  </a:schemeClr>
                </a:solidFill>
              </a:rPr>
              <a:t>CONSULTORIOS CSF - HEB</a:t>
            </a:r>
            <a:endParaRPr kumimoji="1" lang="ja-JP" alt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1235038" y="2105247"/>
            <a:ext cx="424827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SOLIDARIDAD  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SAN PEDRO   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CHIPINQUE</a:t>
            </a:r>
            <a:r>
              <a:rPr lang="es-MX" sz="2400" dirty="0">
                <a:cs typeface="Arial" charset="0"/>
              </a:rPr>
              <a:t>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GUADALUPE LIVAS  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CUMBRES  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LINDA VISTA  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CUMBRES II  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ESTANZUELA    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CONTRY  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ESCOBEDO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ANAHUAC</a:t>
            </a:r>
          </a:p>
          <a:p>
            <a:endParaRPr lang="es-ES_tradnl" sz="2400" dirty="0"/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6612190" y="2105247"/>
            <a:ext cx="399179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GONZALITOS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CHAPULTEPEC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SANTA CATARINA I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SANTA CATARINA II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LINCOLN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SENDERO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HALOMO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VALLE ORIENTE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SAN NICOLAS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s-MX" sz="2400" dirty="0">
                <a:latin typeface="Century Gothic" pitchFamily="34" charset="0"/>
                <a:cs typeface="Arial" charset="0"/>
              </a:rPr>
              <a:t>HEB TEC</a:t>
            </a:r>
          </a:p>
          <a:p>
            <a:pPr marL="342900" indent="-342900">
              <a:buFont typeface="Wingdings" pitchFamily="2" charset="2"/>
              <a:buChar char="v"/>
            </a:pPr>
            <a:endParaRPr lang="es-MX" sz="2400" dirty="0">
              <a:latin typeface="Century Gothic" pitchFamily="34" charset="0"/>
              <a:cs typeface="Arial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Primer Contacto sin costo</a:t>
            </a:r>
          </a:p>
        </p:txBody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3" y="383859"/>
            <a:ext cx="2245767" cy="752978"/>
          </a:xfrm>
          <a:prstGeom prst="rect">
            <a:avLst/>
          </a:prstGeom>
        </p:spPr>
      </p:pic>
      <p:sp>
        <p:nvSpPr>
          <p:cNvPr id="37" name="CuadroTexto 36"/>
          <p:cNvSpPr txBox="1"/>
          <p:nvPr/>
        </p:nvSpPr>
        <p:spPr>
          <a:xfrm>
            <a:off x="7590524" y="6292828"/>
            <a:ext cx="30267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Sin Cita / horarios establecidos</a:t>
            </a:r>
          </a:p>
        </p:txBody>
      </p:sp>
    </p:spTree>
    <p:extLst>
      <p:ext uri="{BB962C8B-B14F-4D97-AF65-F5344CB8AC3E}">
        <p14:creationId xmlns:p14="http://schemas.microsoft.com/office/powerpoint/2010/main" val="724853251"/>
      </p:ext>
    </p:extLst>
  </p:cSld>
  <p:clrMapOvr>
    <a:masterClrMapping/>
  </p:clrMapOvr>
  <p:transition spd="slow" advTm="503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3" y="383859"/>
            <a:ext cx="2294137" cy="752978"/>
          </a:xfrm>
          <a:prstGeom prst="rect">
            <a:avLst/>
          </a:prstGeom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520677" y="1751044"/>
            <a:ext cx="1841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endParaRPr lang="en-US" dirty="0">
              <a:latin typeface="Calibri" pitchFamily="34" charset="0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040398" y="3309740"/>
            <a:ext cx="306494" cy="615553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r>
              <a:rPr lang="es-MX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 </a:t>
            </a:r>
          </a:p>
          <a:p>
            <a:endParaRPr lang="es-MX" sz="1700" dirty="0">
              <a:solidFill>
                <a:schemeClr val="tx1">
                  <a:lumMod val="95000"/>
                  <a:lumOff val="5000"/>
                </a:schemeClr>
              </a:solidFill>
              <a:latin typeface="Century Gothic" pitchFamily="34" charset="0"/>
              <a:cs typeface="Arial" charset="0"/>
            </a:endParaRPr>
          </a:p>
        </p:txBody>
      </p:sp>
      <p:graphicFrame>
        <p:nvGraphicFramePr>
          <p:cNvPr id="7" name="8 Diagrama"/>
          <p:cNvGraphicFramePr/>
          <p:nvPr>
            <p:extLst>
              <p:ext uri="{D42A27DB-BD31-4B8C-83A1-F6EECF244321}">
                <p14:modId xmlns:p14="http://schemas.microsoft.com/office/powerpoint/2010/main" val="3285326510"/>
              </p:ext>
            </p:extLst>
          </p:nvPr>
        </p:nvGraphicFramePr>
        <p:xfrm>
          <a:off x="1038704" y="1979644"/>
          <a:ext cx="9062226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9 Rectángulo"/>
          <p:cNvSpPr/>
          <p:nvPr/>
        </p:nvSpPr>
        <p:spPr>
          <a:xfrm>
            <a:off x="1098837" y="5521691"/>
            <a:ext cx="39163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400" dirty="0"/>
              <a:t>- (costo normal hoy en día $ 700 hasta 1,000 )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400" dirty="0"/>
              <a:t> -Nuestros costos establecidos en la red médica</a:t>
            </a:r>
          </a:p>
          <a:p>
            <a:pPr marL="285750" indent="-285750">
              <a:buFont typeface="Arial" charset="0"/>
              <a:buChar char="•"/>
            </a:pPr>
            <a:endParaRPr lang="es-ES_tradnl" sz="1400" dirty="0"/>
          </a:p>
        </p:txBody>
      </p:sp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851808" y="1342124"/>
            <a:ext cx="37639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_tradnl" sz="2800" b="1" u="sng" dirty="0">
                <a:solidFill>
                  <a:srgbClr val="0C3658"/>
                </a:solidFill>
                <a:latin typeface="Times New Roman" pitchFamily="18" charset="0"/>
                <a:cs typeface="Times New Roman" pitchFamily="18" charset="0"/>
              </a:rPr>
              <a:t>ESPECIALIDADES</a:t>
            </a:r>
            <a:endParaRPr lang="es-ES" sz="2800" u="sng" dirty="0">
              <a:solidFill>
                <a:srgbClr val="0C365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057001" y="421228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Atención  con Especialistas</a:t>
            </a:r>
          </a:p>
        </p:txBody>
      </p:sp>
    </p:spTree>
    <p:extLst>
      <p:ext uri="{BB962C8B-B14F-4D97-AF65-F5344CB8AC3E}">
        <p14:creationId xmlns:p14="http://schemas.microsoft.com/office/powerpoint/2010/main" val="102592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7" grpId="0">
        <p:bldAsOne/>
      </p:bldGraphic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Diagrama"/>
          <p:cNvGraphicFramePr/>
          <p:nvPr>
            <p:extLst/>
          </p:nvPr>
        </p:nvGraphicFramePr>
        <p:xfrm>
          <a:off x="1691740" y="1741264"/>
          <a:ext cx="828092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691740" y="5294462"/>
            <a:ext cx="450912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_tradnl"/>
            </a:defPPr>
            <a:lvl1pPr marL="285750" indent="-285750">
              <a:buFont typeface="Arial" charset="0"/>
              <a:buChar char="•"/>
              <a:defRPr sz="1400"/>
            </a:lvl1pPr>
          </a:lstStyle>
          <a:p>
            <a:endParaRPr lang="en-US" dirty="0"/>
          </a:p>
          <a:p>
            <a:r>
              <a:rPr lang="en-US" dirty="0"/>
              <a:t>Otros Proveedores como Atención Telefónica 24 hrs. </a:t>
            </a:r>
          </a:p>
          <a:p>
            <a:r>
              <a:rPr lang="en-US" dirty="0"/>
              <a:t>Servicio de Consulta a Domicilio  con costo $650 24 hrs.</a:t>
            </a:r>
          </a:p>
          <a:p>
            <a:r>
              <a:rPr lang="en-US" dirty="0"/>
              <a:t>Consultar  directorio médico sección Proveedores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4 CuadroTexto"/>
          <p:cNvSpPr txBox="1">
            <a:spLocks noChangeArrowheads="1"/>
          </p:cNvSpPr>
          <p:nvPr/>
        </p:nvSpPr>
        <p:spPr bwMode="auto">
          <a:xfrm>
            <a:off x="898810" y="1954683"/>
            <a:ext cx="29177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800" b="1" u="sng" dirty="0">
                <a:solidFill>
                  <a:srgbClr val="0C3658"/>
                </a:solidFill>
                <a:latin typeface="Times New Roman" pitchFamily="18" charset="0"/>
                <a:cs typeface="Times New Roman" pitchFamily="18" charset="0"/>
              </a:rPr>
              <a:t>PROVEEDORES</a:t>
            </a:r>
            <a:endParaRPr lang="es-ES" sz="2800" u="sng" dirty="0">
              <a:solidFill>
                <a:srgbClr val="0C365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123" y="383859"/>
            <a:ext cx="2294137" cy="75297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057001" y="421228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Otros Servicios</a:t>
            </a:r>
          </a:p>
        </p:txBody>
      </p:sp>
    </p:spTree>
    <p:extLst>
      <p:ext uri="{BB962C8B-B14F-4D97-AF65-F5344CB8AC3E}">
        <p14:creationId xmlns:p14="http://schemas.microsoft.com/office/powerpoint/2010/main" val="179287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6"/>
          <a:stretch/>
        </p:blipFill>
        <p:spPr bwMode="auto">
          <a:xfrm>
            <a:off x="1403498" y="2397589"/>
            <a:ext cx="9910878" cy="425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1398404" y="1259299"/>
            <a:ext cx="50881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s-ES_tradnl"/>
            </a:defPPr>
            <a:lvl1pPr>
              <a:defRPr sz="2800" b="1" u="sng">
                <a:solidFill>
                  <a:srgbClr val="0C3658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s-ES_tradnl" dirty="0"/>
              <a:t>2 Eventos por membresía al año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268624" y="582674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Ambulancia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24" y="383859"/>
            <a:ext cx="2464258" cy="75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8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Nuestros Costos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4" y="383859"/>
            <a:ext cx="2464258" cy="752978"/>
          </a:xfrm>
          <a:prstGeom prst="rect">
            <a:avLst/>
          </a:prstGeom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48267" y="1711325"/>
            <a:ext cx="21493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endParaRPr lang="en-US" dirty="0">
              <a:latin typeface="Calibri" pitchFamily="34" charset="0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167989" y="3270021"/>
            <a:ext cx="357732" cy="615553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 anchor="ctr">
            <a:spAutoFit/>
          </a:bodyPr>
          <a:lstStyle/>
          <a:p>
            <a:r>
              <a:rPr lang="es-MX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 </a:t>
            </a:r>
          </a:p>
          <a:p>
            <a:endParaRPr lang="es-MX" sz="1700" dirty="0">
              <a:solidFill>
                <a:schemeClr val="tx1">
                  <a:lumMod val="95000"/>
                  <a:lumOff val="5000"/>
                </a:schemeClr>
              </a:solidFill>
              <a:latin typeface="Century Gothic" pitchFamily="34" charset="0"/>
              <a:cs typeface="Arial" charset="0"/>
            </a:endParaRPr>
          </a:p>
        </p:txBody>
      </p:sp>
      <p:graphicFrame>
        <p:nvGraphicFramePr>
          <p:cNvPr id="7" name="8 Diagrama"/>
          <p:cNvGraphicFramePr/>
          <p:nvPr>
            <p:extLst>
              <p:ext uri="{D42A27DB-BD31-4B8C-83A1-F6EECF244321}">
                <p14:modId xmlns:p14="http://schemas.microsoft.com/office/powerpoint/2010/main" val="65645103"/>
              </p:ext>
            </p:extLst>
          </p:nvPr>
        </p:nvGraphicFramePr>
        <p:xfrm>
          <a:off x="911113" y="1535888"/>
          <a:ext cx="8105297" cy="3865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250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Graphic spid="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echa abajo 10"/>
          <p:cNvSpPr/>
          <p:nvPr/>
        </p:nvSpPr>
        <p:spPr>
          <a:xfrm rot="5400000">
            <a:off x="9612603" y="-312419"/>
            <a:ext cx="1185586" cy="2963621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530"/>
          <a:stretch/>
        </p:blipFill>
        <p:spPr>
          <a:xfrm>
            <a:off x="2621129" y="4070061"/>
            <a:ext cx="6044052" cy="2495007"/>
          </a:xfrm>
        </p:spPr>
      </p:pic>
      <p:sp>
        <p:nvSpPr>
          <p:cNvPr id="3" name="CuadroTexto 2"/>
          <p:cNvSpPr txBox="1"/>
          <p:nvPr/>
        </p:nvSpPr>
        <p:spPr>
          <a:xfrm>
            <a:off x="1090908" y="1420671"/>
            <a:ext cx="980460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Aplica solo Accidentes Personales menores</a:t>
            </a:r>
          </a:p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Edad Aceptación desde 45 días de nacido hasta los 85 años de edad</a:t>
            </a:r>
          </a:p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Aplica desde los primeros pesos hasta 25,000</a:t>
            </a:r>
          </a:p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No re-instalables</a:t>
            </a:r>
          </a:p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En caso de Exceder el límite de los 25,000 en un solo accidente, el afiliado deberá cubrir el restante.</a:t>
            </a:r>
          </a:p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Pago Directo,  cubre las 24 hrs, los 365 días del Año. </a:t>
            </a:r>
            <a:r>
              <a:rPr lang="es-ES_tradnl" sz="1200" dirty="0">
                <a:solidFill>
                  <a:schemeClr val="accent1">
                    <a:lumMod val="50000"/>
                  </a:schemeClr>
                </a:solidFill>
              </a:rPr>
              <a:t>(solo aplica para el accidente primera atención)</a:t>
            </a:r>
          </a:p>
          <a:p>
            <a:pPr marL="285750" indent="-285750">
              <a:buFont typeface="Wingdings" charset="2"/>
              <a:buChar char="v"/>
            </a:pP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Los gastos que se generen a consecuencia del accidente, serán a cargo del Afiliado. (</a:t>
            </a:r>
            <a:r>
              <a:rPr lang="es-ES_tradnl" sz="1200" dirty="0">
                <a:solidFill>
                  <a:schemeClr val="accent1">
                    <a:lumMod val="50000"/>
                  </a:schemeClr>
                </a:solidFill>
              </a:rPr>
              <a:t>no aplica reembolso</a:t>
            </a:r>
            <a:r>
              <a:rPr lang="es-ES_tradnl" dirty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  <a:p>
            <a:pPr marL="285750" indent="-285750">
              <a:buFont typeface="Wingdings" charset="2"/>
              <a:buChar char="v"/>
            </a:pPr>
            <a:endParaRPr lang="es-ES_tradnl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_tradn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314C393-5E6F-1C44-BDA1-A7088867027E}"/>
              </a:ext>
            </a:extLst>
          </p:cNvPr>
          <p:cNvSpPr txBox="1">
            <a:spLocks/>
          </p:cNvSpPr>
          <p:nvPr/>
        </p:nvSpPr>
        <p:spPr>
          <a:xfrm>
            <a:off x="3169546" y="552062"/>
            <a:ext cx="814483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Accidentes Personales CSF-AIG </a:t>
            </a:r>
          </a:p>
          <a:p>
            <a:r>
              <a:rPr lang="en-US" sz="1600" dirty="0"/>
              <a:t>Operado por AIG Seguros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ED7542-79D8-7D46-AE81-9A2ADB9B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23" y="383859"/>
            <a:ext cx="2400463" cy="752978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9579799" y="975617"/>
            <a:ext cx="173829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 i="1" dirty="0" smtClean="0">
                <a:solidFill>
                  <a:schemeClr val="accent1">
                    <a:lumMod val="75000"/>
                  </a:schemeClr>
                </a:solidFill>
              </a:rPr>
              <a:t>Nuevo Beneficio</a:t>
            </a:r>
          </a:p>
          <a:p>
            <a:r>
              <a:rPr lang="es-ES_tradnl" sz="1200" i="1" dirty="0" smtClean="0">
                <a:solidFill>
                  <a:schemeClr val="accent1">
                    <a:lumMod val="75000"/>
                  </a:schemeClr>
                </a:solidFill>
              </a:rPr>
              <a:t>A partir del 2 Enero 2019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5193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0637" t="17634" r="47167" b="24151"/>
          <a:stretch/>
        </p:blipFill>
        <p:spPr>
          <a:xfrm>
            <a:off x="572748" y="514111"/>
            <a:ext cx="5464606" cy="588215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0717" t="55720" r="46553" b="26875"/>
          <a:stretch/>
        </p:blipFill>
        <p:spPr>
          <a:xfrm>
            <a:off x="6037354" y="1237106"/>
            <a:ext cx="5804897" cy="168897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/>
          <a:srcRect l="20315" t="30529" r="47658" b="43661"/>
          <a:stretch/>
        </p:blipFill>
        <p:spPr>
          <a:xfrm>
            <a:off x="6037354" y="2765427"/>
            <a:ext cx="5804897" cy="332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34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3196</TotalTime>
  <Words>611</Words>
  <Application>Microsoft Office PowerPoint</Application>
  <PresentationFormat>Panorámica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Yu Gothic</vt:lpstr>
      <vt:lpstr>Yu Gothic Light</vt:lpstr>
      <vt:lpstr>Arial</vt:lpstr>
      <vt:lpstr>Baskerville Old Face</vt:lpstr>
      <vt:lpstr>Calibri</vt:lpstr>
      <vt:lpstr>Calibri Light</vt:lpstr>
      <vt:lpstr>Century Gothic</vt:lpstr>
      <vt:lpstr>Times New Roman</vt:lpstr>
      <vt:lpstr>Wingdings</vt:lpstr>
      <vt:lpstr>Tema de Office</vt:lpstr>
      <vt:lpstr>PRESENTACION 2019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2017</dc:title>
  <dc:creator>lu rivera</dc:creator>
  <cp:lastModifiedBy>Onix-Claudia</cp:lastModifiedBy>
  <cp:revision>69</cp:revision>
  <cp:lastPrinted>2018-12-19T16:06:19Z</cp:lastPrinted>
  <dcterms:created xsi:type="dcterms:W3CDTF">2018-05-11T21:05:20Z</dcterms:created>
  <dcterms:modified xsi:type="dcterms:W3CDTF">2020-09-04T14:01:27Z</dcterms:modified>
</cp:coreProperties>
</file>